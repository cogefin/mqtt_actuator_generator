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12"/>
  </p:notesMasterIdLst>
  <p:handoutMasterIdLst>
    <p:handoutMasterId r:id="rId13"/>
  </p:handoutMasterIdLst>
  <p:sldIdLst>
    <p:sldId id="380" r:id="rId2"/>
    <p:sldId id="553" r:id="rId3"/>
    <p:sldId id="554" r:id="rId4"/>
    <p:sldId id="555" r:id="rId5"/>
    <p:sldId id="556" r:id="rId6"/>
    <p:sldId id="557" r:id="rId7"/>
    <p:sldId id="558" r:id="rId8"/>
    <p:sldId id="559" r:id="rId9"/>
    <p:sldId id="560" r:id="rId10"/>
    <p:sldId id="552" r:id="rId11"/>
  </p:sldIdLst>
  <p:sldSz cx="9144000" cy="5143500" type="screen16x9"/>
  <p:notesSz cx="6742113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3" pos="5602" userDrawn="1">
          <p15:clr>
            <a:srgbClr val="A4A3A4"/>
          </p15:clr>
        </p15:guide>
        <p15:guide id="4" orient="horz" pos="395" userDrawn="1">
          <p15:clr>
            <a:srgbClr val="A4A3A4"/>
          </p15:clr>
        </p15:guide>
        <p15:guide id="5" orient="horz" pos="2981" userDrawn="1">
          <p15:clr>
            <a:srgbClr val="A4A3A4"/>
          </p15:clr>
        </p15:guide>
        <p15:guide id="6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5"/>
    <a:srgbClr val="FFEFFF"/>
    <a:srgbClr val="FFCC00"/>
    <a:srgbClr val="FFE1FF"/>
    <a:srgbClr val="00E7EF"/>
    <a:srgbClr val="FFFFCC"/>
    <a:srgbClr val="FFE700"/>
    <a:srgbClr val="FFFFFF"/>
    <a:srgbClr val="000000"/>
    <a:srgbClr val="E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3D9175-9679-4F15-BD64-55118ED33321}" v="103" dt="2026-05-21T07:08:24.9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9" autoAdjust="0"/>
    <p:restoredTop sz="81742" autoAdjust="0"/>
  </p:normalViewPr>
  <p:slideViewPr>
    <p:cSldViewPr snapToGrid="0">
      <p:cViewPr varScale="1">
        <p:scale>
          <a:sx n="140" d="100"/>
          <a:sy n="140" d="100"/>
        </p:scale>
        <p:origin x="100" y="304"/>
      </p:cViewPr>
      <p:guideLst>
        <p:guide orient="horz" pos="1620"/>
        <p:guide pos="5602"/>
        <p:guide orient="horz" pos="395"/>
        <p:guide orient="horz" pos="2981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3452" y="2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り ぶ" userId="e79b0678f96bfbc0" providerId="LiveId" clId="{AAEDD26B-EFCD-460D-8863-543060308144}"/>
    <pc:docChg chg="undo custSel addSld delSld modSld">
      <pc:chgData name="り ぶ" userId="e79b0678f96bfbc0" providerId="LiveId" clId="{AAEDD26B-EFCD-460D-8863-543060308144}" dt="2026-05-21T07:08:24.971" v="961"/>
      <pc:docMkLst>
        <pc:docMk/>
      </pc:docMkLst>
      <pc:sldChg chg="modSp mod">
        <pc:chgData name="り ぶ" userId="e79b0678f96bfbc0" providerId="LiveId" clId="{AAEDD26B-EFCD-460D-8863-543060308144}" dt="2026-05-21T04:42:27.761" v="11"/>
        <pc:sldMkLst>
          <pc:docMk/>
          <pc:sldMk cId="3770236491" sldId="380"/>
        </pc:sldMkLst>
        <pc:spChg chg="mod">
          <ac:chgData name="り ぶ" userId="e79b0678f96bfbc0" providerId="LiveId" clId="{AAEDD26B-EFCD-460D-8863-543060308144}" dt="2026-05-21T04:42:27.761" v="11"/>
          <ac:spMkLst>
            <pc:docMk/>
            <pc:sldMk cId="3770236491" sldId="380"/>
            <ac:spMk id="2" creationId="{6B5A9657-0BCA-9C9B-0D22-4A47038F2E81}"/>
          </ac:spMkLst>
        </pc:spChg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1993734482" sldId="401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980393712" sldId="402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1373438631" sldId="403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3175533999" sldId="404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1683559286" sldId="405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501606332" sldId="406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912575053" sldId="407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1973445000" sldId="408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2972712142" sldId="409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1260853076" sldId="410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3177936429" sldId="411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1428365577" sldId="412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1785714295" sldId="413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1536655658" sldId="414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1910514616" sldId="546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429618346" sldId="547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1742132677" sldId="548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1793094914" sldId="549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2545048969" sldId="550"/>
        </pc:sldMkLst>
      </pc:sldChg>
      <pc:sldChg chg="del">
        <pc:chgData name="り ぶ" userId="e79b0678f96bfbc0" providerId="LiveId" clId="{AAEDD26B-EFCD-460D-8863-543060308144}" dt="2026-05-21T07:08:07.029" v="954" actId="2696"/>
        <pc:sldMkLst>
          <pc:docMk/>
          <pc:sldMk cId="2494805689" sldId="551"/>
        </pc:sldMkLst>
      </pc:sldChg>
      <pc:sldChg chg="new">
        <pc:chgData name="り ぶ" userId="e79b0678f96bfbc0" providerId="LiveId" clId="{AAEDD26B-EFCD-460D-8863-543060308144}" dt="2026-05-21T04:43:36.168" v="12" actId="680"/>
        <pc:sldMkLst>
          <pc:docMk/>
          <pc:sldMk cId="3194498403" sldId="552"/>
        </pc:sldMkLst>
      </pc:sldChg>
      <pc:sldChg chg="modSp add mod">
        <pc:chgData name="り ぶ" userId="e79b0678f96bfbc0" providerId="LiveId" clId="{AAEDD26B-EFCD-460D-8863-543060308144}" dt="2026-05-21T05:15:38.680" v="524"/>
        <pc:sldMkLst>
          <pc:docMk/>
          <pc:sldMk cId="2310047670" sldId="553"/>
        </pc:sldMkLst>
        <pc:spChg chg="mod">
          <ac:chgData name="り ぶ" userId="e79b0678f96bfbc0" providerId="LiveId" clId="{AAEDD26B-EFCD-460D-8863-543060308144}" dt="2026-05-21T04:43:44.670" v="21"/>
          <ac:spMkLst>
            <pc:docMk/>
            <pc:sldMk cId="2310047670" sldId="553"/>
            <ac:spMk id="2" creationId="{9DE879DD-8679-029F-C098-F17FCED20A0C}"/>
          </ac:spMkLst>
        </pc:spChg>
        <pc:spChg chg="mod">
          <ac:chgData name="り ぶ" userId="e79b0678f96bfbc0" providerId="LiveId" clId="{AAEDD26B-EFCD-460D-8863-543060308144}" dt="2026-05-21T05:15:38.680" v="524"/>
          <ac:spMkLst>
            <pc:docMk/>
            <pc:sldMk cId="2310047670" sldId="553"/>
            <ac:spMk id="3" creationId="{F9F90C6C-9058-F2C3-65D0-BC85A111CBB5}"/>
          </ac:spMkLst>
        </pc:spChg>
      </pc:sldChg>
      <pc:sldChg chg="modSp add mod">
        <pc:chgData name="り ぶ" userId="e79b0678f96bfbc0" providerId="LiveId" clId="{AAEDD26B-EFCD-460D-8863-543060308144}" dt="2026-05-21T04:47:50.477" v="227"/>
        <pc:sldMkLst>
          <pc:docMk/>
          <pc:sldMk cId="1961065416" sldId="554"/>
        </pc:sldMkLst>
        <pc:spChg chg="mod">
          <ac:chgData name="り ぶ" userId="e79b0678f96bfbc0" providerId="LiveId" clId="{AAEDD26B-EFCD-460D-8863-543060308144}" dt="2026-05-21T04:44:23.001" v="33"/>
          <ac:spMkLst>
            <pc:docMk/>
            <pc:sldMk cId="1961065416" sldId="554"/>
            <ac:spMk id="2" creationId="{3F49DC51-ACB0-88F0-D76C-B87038ADCFDF}"/>
          </ac:spMkLst>
        </pc:spChg>
        <pc:spChg chg="mod">
          <ac:chgData name="り ぶ" userId="e79b0678f96bfbc0" providerId="LiveId" clId="{AAEDD26B-EFCD-460D-8863-543060308144}" dt="2026-05-21T04:47:50.477" v="227"/>
          <ac:spMkLst>
            <pc:docMk/>
            <pc:sldMk cId="1961065416" sldId="554"/>
            <ac:spMk id="3" creationId="{C4B008ED-B33B-C197-95C7-897010866A06}"/>
          </ac:spMkLst>
        </pc:spChg>
      </pc:sldChg>
      <pc:sldChg chg="addSp delSp modSp new mod">
        <pc:chgData name="り ぶ" userId="e79b0678f96bfbc0" providerId="LiveId" clId="{AAEDD26B-EFCD-460D-8863-543060308144}" dt="2026-05-21T04:56:55.044" v="478" actId="1076"/>
        <pc:sldMkLst>
          <pc:docMk/>
          <pc:sldMk cId="4058950261" sldId="555"/>
        </pc:sldMkLst>
        <pc:spChg chg="mod">
          <ac:chgData name="り ぶ" userId="e79b0678f96bfbc0" providerId="LiveId" clId="{AAEDD26B-EFCD-460D-8863-543060308144}" dt="2026-05-21T04:53:46.883" v="405"/>
          <ac:spMkLst>
            <pc:docMk/>
            <pc:sldMk cId="4058950261" sldId="555"/>
            <ac:spMk id="2" creationId="{C473680C-DB5A-19E9-BAA8-8DD8F3116E4F}"/>
          </ac:spMkLst>
        </pc:spChg>
        <pc:spChg chg="add mod">
          <ac:chgData name="り ぶ" userId="e79b0678f96bfbc0" providerId="LiveId" clId="{AAEDD26B-EFCD-460D-8863-543060308144}" dt="2026-05-21T04:53:55.843" v="406" actId="1076"/>
          <ac:spMkLst>
            <pc:docMk/>
            <pc:sldMk cId="4058950261" sldId="555"/>
            <ac:spMk id="4" creationId="{853591FA-958E-3361-4118-701D052EDE21}"/>
          </ac:spMkLst>
        </pc:spChg>
        <pc:spChg chg="add mod">
          <ac:chgData name="り ぶ" userId="e79b0678f96bfbc0" providerId="LiveId" clId="{AAEDD26B-EFCD-460D-8863-543060308144}" dt="2026-05-21T04:53:55.843" v="406" actId="1076"/>
          <ac:spMkLst>
            <pc:docMk/>
            <pc:sldMk cId="4058950261" sldId="555"/>
            <ac:spMk id="5" creationId="{5E2B15BD-A31E-9EB2-2DE9-104D3A070A1D}"/>
          </ac:spMkLst>
        </pc:spChg>
        <pc:spChg chg="add mod">
          <ac:chgData name="り ぶ" userId="e79b0678f96bfbc0" providerId="LiveId" clId="{AAEDD26B-EFCD-460D-8863-543060308144}" dt="2026-05-21T04:53:55.843" v="406" actId="1076"/>
          <ac:spMkLst>
            <pc:docMk/>
            <pc:sldMk cId="4058950261" sldId="555"/>
            <ac:spMk id="7" creationId="{51E5CF41-D0E7-0B65-5333-8F520AEE8CEE}"/>
          </ac:spMkLst>
        </pc:spChg>
        <pc:spChg chg="add mod">
          <ac:chgData name="り ぶ" userId="e79b0678f96bfbc0" providerId="LiveId" clId="{AAEDD26B-EFCD-460D-8863-543060308144}" dt="2026-05-21T04:53:55.843" v="406" actId="1076"/>
          <ac:spMkLst>
            <pc:docMk/>
            <pc:sldMk cId="4058950261" sldId="555"/>
            <ac:spMk id="8" creationId="{34BC3E9D-C9A0-CE52-CC2F-6F11F533BAFA}"/>
          </ac:spMkLst>
        </pc:spChg>
        <pc:spChg chg="add del mod">
          <ac:chgData name="り ぶ" userId="e79b0678f96bfbc0" providerId="LiveId" clId="{AAEDD26B-EFCD-460D-8863-543060308144}" dt="2026-05-21T04:48:57.670" v="230" actId="478"/>
          <ac:spMkLst>
            <pc:docMk/>
            <pc:sldMk cId="4058950261" sldId="555"/>
            <ac:spMk id="10" creationId="{E56EB4CB-0241-8F31-48B7-4DD0E309A288}"/>
          </ac:spMkLst>
        </pc:spChg>
        <pc:spChg chg="add del mod">
          <ac:chgData name="り ぶ" userId="e79b0678f96bfbc0" providerId="LiveId" clId="{AAEDD26B-EFCD-460D-8863-543060308144}" dt="2026-05-21T04:48:57.670" v="230" actId="478"/>
          <ac:spMkLst>
            <pc:docMk/>
            <pc:sldMk cId="4058950261" sldId="555"/>
            <ac:spMk id="11" creationId="{A8E38784-946C-8DA1-1CB4-BFEB98BBBC12}"/>
          </ac:spMkLst>
        </pc:spChg>
        <pc:spChg chg="add del mod">
          <ac:chgData name="り ぶ" userId="e79b0678f96bfbc0" providerId="LiveId" clId="{AAEDD26B-EFCD-460D-8863-543060308144}" dt="2026-05-21T04:48:57.670" v="230" actId="478"/>
          <ac:spMkLst>
            <pc:docMk/>
            <pc:sldMk cId="4058950261" sldId="555"/>
            <ac:spMk id="12" creationId="{1EED841B-9E5E-ED40-FA11-C2CBA6646FC0}"/>
          </ac:spMkLst>
        </pc:spChg>
        <pc:spChg chg="add del mod">
          <ac:chgData name="り ぶ" userId="e79b0678f96bfbc0" providerId="LiveId" clId="{AAEDD26B-EFCD-460D-8863-543060308144}" dt="2026-05-21T04:48:57.670" v="230" actId="478"/>
          <ac:spMkLst>
            <pc:docMk/>
            <pc:sldMk cId="4058950261" sldId="555"/>
            <ac:spMk id="13" creationId="{E647CACD-D920-9B41-301C-7A67ECE8F78F}"/>
          </ac:spMkLst>
        </pc:spChg>
        <pc:spChg chg="add del mod">
          <ac:chgData name="り ぶ" userId="e79b0678f96bfbc0" providerId="LiveId" clId="{AAEDD26B-EFCD-460D-8863-543060308144}" dt="2026-05-21T04:50:24.494" v="235" actId="21"/>
          <ac:spMkLst>
            <pc:docMk/>
            <pc:sldMk cId="4058950261" sldId="555"/>
            <ac:spMk id="14" creationId="{8269B0CF-543B-251A-11BE-8CBC42DAE197}"/>
          </ac:spMkLst>
        </pc:spChg>
        <pc:spChg chg="add del mod">
          <ac:chgData name="り ぶ" userId="e79b0678f96bfbc0" providerId="LiveId" clId="{AAEDD26B-EFCD-460D-8863-543060308144}" dt="2026-05-21T04:51:46.140" v="300" actId="478"/>
          <ac:spMkLst>
            <pc:docMk/>
            <pc:sldMk cId="4058950261" sldId="555"/>
            <ac:spMk id="15" creationId="{ED37985E-C051-2499-505A-0ECA278CCD74}"/>
          </ac:spMkLst>
        </pc:spChg>
        <pc:spChg chg="add del mod">
          <ac:chgData name="り ぶ" userId="e79b0678f96bfbc0" providerId="LiveId" clId="{AAEDD26B-EFCD-460D-8863-543060308144}" dt="2026-05-21T04:51:46.140" v="300" actId="478"/>
          <ac:spMkLst>
            <pc:docMk/>
            <pc:sldMk cId="4058950261" sldId="555"/>
            <ac:spMk id="16" creationId="{449453F1-F522-52D0-9E64-F21223EFB05A}"/>
          </ac:spMkLst>
        </pc:spChg>
        <pc:spChg chg="add mod ord">
          <ac:chgData name="り ぶ" userId="e79b0678f96bfbc0" providerId="LiveId" clId="{AAEDD26B-EFCD-460D-8863-543060308144}" dt="2026-05-21T04:53:55.843" v="406" actId="1076"/>
          <ac:spMkLst>
            <pc:docMk/>
            <pc:sldMk cId="4058950261" sldId="555"/>
            <ac:spMk id="17" creationId="{75598871-DBD1-2E3D-C8FB-843EEAFC91E4}"/>
          </ac:spMkLst>
        </pc:spChg>
        <pc:spChg chg="add mod">
          <ac:chgData name="り ぶ" userId="e79b0678f96bfbc0" providerId="LiveId" clId="{AAEDD26B-EFCD-460D-8863-543060308144}" dt="2026-05-21T04:53:55.843" v="406" actId="1076"/>
          <ac:spMkLst>
            <pc:docMk/>
            <pc:sldMk cId="4058950261" sldId="555"/>
            <ac:spMk id="18" creationId="{EDB3D8A2-D3C4-9E72-FC17-610EA1B46429}"/>
          </ac:spMkLst>
        </pc:spChg>
        <pc:spChg chg="add mod">
          <ac:chgData name="り ぶ" userId="e79b0678f96bfbc0" providerId="LiveId" clId="{AAEDD26B-EFCD-460D-8863-543060308144}" dt="2026-05-21T04:53:55.843" v="406" actId="1076"/>
          <ac:spMkLst>
            <pc:docMk/>
            <pc:sldMk cId="4058950261" sldId="555"/>
            <ac:spMk id="19" creationId="{A1695511-1529-47E5-17D0-DB0CA5EFB3C7}"/>
          </ac:spMkLst>
        </pc:spChg>
        <pc:spChg chg="add mod">
          <ac:chgData name="り ぶ" userId="e79b0678f96bfbc0" providerId="LiveId" clId="{AAEDD26B-EFCD-460D-8863-543060308144}" dt="2026-05-21T04:56:48.258" v="476" actId="403"/>
          <ac:spMkLst>
            <pc:docMk/>
            <pc:sldMk cId="4058950261" sldId="555"/>
            <ac:spMk id="22" creationId="{79217274-3206-5B01-3F63-E5BC0CA5C055}"/>
          </ac:spMkLst>
        </pc:spChg>
        <pc:spChg chg="add mod">
          <ac:chgData name="り ぶ" userId="e79b0678f96bfbc0" providerId="LiveId" clId="{AAEDD26B-EFCD-460D-8863-543060308144}" dt="2026-05-21T04:56:55.044" v="478" actId="1076"/>
          <ac:spMkLst>
            <pc:docMk/>
            <pc:sldMk cId="4058950261" sldId="555"/>
            <ac:spMk id="23" creationId="{96218CBF-EFC9-93A5-9074-3F17D7E75051}"/>
          </ac:spMkLst>
        </pc:spChg>
        <pc:picChg chg="add mod">
          <ac:chgData name="り ぶ" userId="e79b0678f96bfbc0" providerId="LiveId" clId="{AAEDD26B-EFCD-460D-8863-543060308144}" dt="2026-05-21T04:53:55.843" v="406" actId="1076"/>
          <ac:picMkLst>
            <pc:docMk/>
            <pc:sldMk cId="4058950261" sldId="555"/>
            <ac:picMk id="3" creationId="{8ABFB7CB-A331-2AE8-632C-A6273212204F}"/>
          </ac:picMkLst>
        </pc:picChg>
        <pc:picChg chg="add mod">
          <ac:chgData name="り ぶ" userId="e79b0678f96bfbc0" providerId="LiveId" clId="{AAEDD26B-EFCD-460D-8863-543060308144}" dt="2026-05-21T04:56:14.094" v="434" actId="1076"/>
          <ac:picMkLst>
            <pc:docMk/>
            <pc:sldMk cId="4058950261" sldId="555"/>
            <ac:picMk id="21" creationId="{F0A6A6C9-6928-4560-2D72-4331649E1F5C}"/>
          </ac:picMkLst>
        </pc:picChg>
        <pc:cxnChg chg="mod">
          <ac:chgData name="り ぶ" userId="e79b0678f96bfbc0" providerId="LiveId" clId="{AAEDD26B-EFCD-460D-8863-543060308144}" dt="2026-05-21T04:53:55.843" v="406" actId="1076"/>
          <ac:cxnSpMkLst>
            <pc:docMk/>
            <pc:sldMk cId="4058950261" sldId="555"/>
            <ac:cxnSpMk id="6" creationId="{F1958DAC-BFED-0997-FF6C-1188BD0C35F1}"/>
          </ac:cxnSpMkLst>
        </pc:cxnChg>
        <pc:cxnChg chg="add mod">
          <ac:chgData name="り ぶ" userId="e79b0678f96bfbc0" providerId="LiveId" clId="{AAEDD26B-EFCD-460D-8863-543060308144}" dt="2026-05-21T04:53:55.843" v="406" actId="1076"/>
          <ac:cxnSpMkLst>
            <pc:docMk/>
            <pc:sldMk cId="4058950261" sldId="555"/>
            <ac:cxnSpMk id="9" creationId="{62DDD66D-2EC6-10C3-CC78-2AF7E1C5E7BF}"/>
          </ac:cxnSpMkLst>
        </pc:cxnChg>
      </pc:sldChg>
      <pc:sldChg chg="addSp modSp new mod">
        <pc:chgData name="り ぶ" userId="e79b0678f96bfbc0" providerId="LiveId" clId="{AAEDD26B-EFCD-460D-8863-543060308144}" dt="2026-05-21T05:26:27.271" v="708" actId="14100"/>
        <pc:sldMkLst>
          <pc:docMk/>
          <pc:sldMk cId="1264622981" sldId="556"/>
        </pc:sldMkLst>
        <pc:spChg chg="mod">
          <ac:chgData name="り ぶ" userId="e79b0678f96bfbc0" providerId="LiveId" clId="{AAEDD26B-EFCD-460D-8863-543060308144}" dt="2026-05-21T05:25:50.212" v="679"/>
          <ac:spMkLst>
            <pc:docMk/>
            <pc:sldMk cId="1264622981" sldId="556"/>
            <ac:spMk id="2" creationId="{A2170111-680C-1347-7D94-C6733C0EECE9}"/>
          </ac:spMkLst>
        </pc:spChg>
        <pc:spChg chg="add mod">
          <ac:chgData name="り ぶ" userId="e79b0678f96bfbc0" providerId="LiveId" clId="{AAEDD26B-EFCD-460D-8863-543060308144}" dt="2026-05-21T05:24:49.452" v="560" actId="1076"/>
          <ac:spMkLst>
            <pc:docMk/>
            <pc:sldMk cId="1264622981" sldId="556"/>
            <ac:spMk id="5" creationId="{9F314C9A-198A-2E38-05B2-6F7C88707068}"/>
          </ac:spMkLst>
        </pc:spChg>
        <pc:spChg chg="add mod">
          <ac:chgData name="り ぶ" userId="e79b0678f96bfbc0" providerId="LiveId" clId="{AAEDD26B-EFCD-460D-8863-543060308144}" dt="2026-05-21T05:25:39.277" v="664" actId="14100"/>
          <ac:spMkLst>
            <pc:docMk/>
            <pc:sldMk cId="1264622981" sldId="556"/>
            <ac:spMk id="6" creationId="{6766CB5E-54C7-7BC8-EC18-CC0FFF145FA3}"/>
          </ac:spMkLst>
        </pc:spChg>
        <pc:spChg chg="add mod">
          <ac:chgData name="り ぶ" userId="e79b0678f96bfbc0" providerId="LiveId" clId="{AAEDD26B-EFCD-460D-8863-543060308144}" dt="2026-05-21T05:26:27.271" v="708" actId="14100"/>
          <ac:spMkLst>
            <pc:docMk/>
            <pc:sldMk cId="1264622981" sldId="556"/>
            <ac:spMk id="7" creationId="{13CB1182-2D3E-D428-2821-931E885BF75C}"/>
          </ac:spMkLst>
        </pc:spChg>
        <pc:picChg chg="add mod">
          <ac:chgData name="り ぶ" userId="e79b0678f96bfbc0" providerId="LiveId" clId="{AAEDD26B-EFCD-460D-8863-543060308144}" dt="2026-05-21T05:14:44.476" v="511" actId="1076"/>
          <ac:picMkLst>
            <pc:docMk/>
            <pc:sldMk cId="1264622981" sldId="556"/>
            <ac:picMk id="4" creationId="{B41A3F58-90AC-AAA9-5D38-98923564BCD0}"/>
          </ac:picMkLst>
        </pc:picChg>
      </pc:sldChg>
      <pc:sldChg chg="addSp modSp new mod">
        <pc:chgData name="り ぶ" userId="e79b0678f96bfbc0" providerId="LiveId" clId="{AAEDD26B-EFCD-460D-8863-543060308144}" dt="2026-05-21T05:55:04.558" v="802"/>
        <pc:sldMkLst>
          <pc:docMk/>
          <pc:sldMk cId="3721696050" sldId="557"/>
        </pc:sldMkLst>
        <pc:spChg chg="mod">
          <ac:chgData name="り ぶ" userId="e79b0678f96bfbc0" providerId="LiveId" clId="{AAEDD26B-EFCD-460D-8863-543060308144}" dt="2026-05-21T05:26:45.764" v="731"/>
          <ac:spMkLst>
            <pc:docMk/>
            <pc:sldMk cId="3721696050" sldId="557"/>
            <ac:spMk id="2" creationId="{BEC20AF4-D1E6-08F1-AFE7-BC478433ED32}"/>
          </ac:spMkLst>
        </pc:spChg>
        <pc:spChg chg="add mod">
          <ac:chgData name="り ぶ" userId="e79b0678f96bfbc0" providerId="LiveId" clId="{AAEDD26B-EFCD-460D-8863-543060308144}" dt="2026-05-21T05:53:50.356" v="737" actId="692"/>
          <ac:spMkLst>
            <pc:docMk/>
            <pc:sldMk cId="3721696050" sldId="557"/>
            <ac:spMk id="5" creationId="{8B038DE2-A900-CE63-098B-B7E87A1CDB70}"/>
          </ac:spMkLst>
        </pc:spChg>
        <pc:spChg chg="add mod">
          <ac:chgData name="り ぶ" userId="e79b0678f96bfbc0" providerId="LiveId" clId="{AAEDD26B-EFCD-460D-8863-543060308144}" dt="2026-05-21T05:54:14.434" v="772" actId="1076"/>
          <ac:spMkLst>
            <pc:docMk/>
            <pc:sldMk cId="3721696050" sldId="557"/>
            <ac:spMk id="6" creationId="{6327CBB5-420C-EC5E-1CEB-F45FDB3E0D8A}"/>
          </ac:spMkLst>
        </pc:spChg>
        <pc:spChg chg="add mod">
          <ac:chgData name="り ぶ" userId="e79b0678f96bfbc0" providerId="LiveId" clId="{AAEDD26B-EFCD-460D-8863-543060308144}" dt="2026-05-21T05:54:47.833" v="793" actId="1076"/>
          <ac:spMkLst>
            <pc:docMk/>
            <pc:sldMk cId="3721696050" sldId="557"/>
            <ac:spMk id="7" creationId="{8D9D607E-5A64-1252-8426-9065E6DB7D2B}"/>
          </ac:spMkLst>
        </pc:spChg>
        <pc:spChg chg="add mod">
          <ac:chgData name="り ぶ" userId="e79b0678f96bfbc0" providerId="LiveId" clId="{AAEDD26B-EFCD-460D-8863-543060308144}" dt="2026-05-21T05:55:04.558" v="802"/>
          <ac:spMkLst>
            <pc:docMk/>
            <pc:sldMk cId="3721696050" sldId="557"/>
            <ac:spMk id="8" creationId="{B2112DC5-BBAF-AF53-9B9B-A2C6141526E0}"/>
          </ac:spMkLst>
        </pc:spChg>
        <pc:picChg chg="add mod">
          <ac:chgData name="り ぶ" userId="e79b0678f96bfbc0" providerId="LiveId" clId="{AAEDD26B-EFCD-460D-8863-543060308144}" dt="2026-05-21T05:53:29.180" v="735" actId="1076"/>
          <ac:picMkLst>
            <pc:docMk/>
            <pc:sldMk cId="3721696050" sldId="557"/>
            <ac:picMk id="4" creationId="{231C268C-54A5-EAB2-F0BA-B90BB8FC5EFD}"/>
          </ac:picMkLst>
        </pc:picChg>
      </pc:sldChg>
      <pc:sldChg chg="addSp modSp new mod">
        <pc:chgData name="り ぶ" userId="e79b0678f96bfbc0" providerId="LiveId" clId="{AAEDD26B-EFCD-460D-8863-543060308144}" dt="2026-05-21T06:21:23.432" v="835"/>
        <pc:sldMkLst>
          <pc:docMk/>
          <pc:sldMk cId="434623820" sldId="558"/>
        </pc:sldMkLst>
        <pc:spChg chg="mod">
          <ac:chgData name="り ぶ" userId="e79b0678f96bfbc0" providerId="LiveId" clId="{AAEDD26B-EFCD-460D-8863-543060308144}" dt="2026-05-21T06:21:23.432" v="835"/>
          <ac:spMkLst>
            <pc:docMk/>
            <pc:sldMk cId="434623820" sldId="558"/>
            <ac:spMk id="2" creationId="{4CCCCC0B-6B8B-7DED-9CC4-0FFB87F8961C}"/>
          </ac:spMkLst>
        </pc:spChg>
        <pc:picChg chg="add mod modCrop">
          <ac:chgData name="り ぶ" userId="e79b0678f96bfbc0" providerId="LiveId" clId="{AAEDD26B-EFCD-460D-8863-543060308144}" dt="2026-05-21T06:21:07.491" v="812" actId="14100"/>
          <ac:picMkLst>
            <pc:docMk/>
            <pc:sldMk cId="434623820" sldId="558"/>
            <ac:picMk id="4" creationId="{C9E4A03D-1E56-7807-56AF-1B8CDCF69595}"/>
          </ac:picMkLst>
        </pc:picChg>
      </pc:sldChg>
      <pc:sldChg chg="addSp delSp modSp new mod modClrScheme chgLayout">
        <pc:chgData name="り ぶ" userId="e79b0678f96bfbc0" providerId="LiveId" clId="{AAEDD26B-EFCD-460D-8863-543060308144}" dt="2026-05-21T06:28:17.103" v="953" actId="403"/>
        <pc:sldMkLst>
          <pc:docMk/>
          <pc:sldMk cId="990855839" sldId="559"/>
        </pc:sldMkLst>
        <pc:spChg chg="del mod ord">
          <ac:chgData name="り ぶ" userId="e79b0678f96bfbc0" providerId="LiveId" clId="{AAEDD26B-EFCD-460D-8863-543060308144}" dt="2026-05-21T06:25:50.328" v="837" actId="700"/>
          <ac:spMkLst>
            <pc:docMk/>
            <pc:sldMk cId="990855839" sldId="559"/>
            <ac:spMk id="2" creationId="{6696CD04-2470-6DED-30CB-F0F7C36DEAFF}"/>
          </ac:spMkLst>
        </pc:spChg>
        <pc:spChg chg="del">
          <ac:chgData name="り ぶ" userId="e79b0678f96bfbc0" providerId="LiveId" clId="{AAEDD26B-EFCD-460D-8863-543060308144}" dt="2026-05-21T06:25:50.328" v="837" actId="700"/>
          <ac:spMkLst>
            <pc:docMk/>
            <pc:sldMk cId="990855839" sldId="559"/>
            <ac:spMk id="3" creationId="{7FF381C7-B45A-8F8C-981A-14BEE86381A6}"/>
          </ac:spMkLst>
        </pc:spChg>
        <pc:spChg chg="add mod ord">
          <ac:chgData name="り ぶ" userId="e79b0678f96bfbc0" providerId="LiveId" clId="{AAEDD26B-EFCD-460D-8863-543060308144}" dt="2026-05-21T06:26:13.776" v="867" actId="700"/>
          <ac:spMkLst>
            <pc:docMk/>
            <pc:sldMk cId="990855839" sldId="559"/>
            <ac:spMk id="4" creationId="{859879A9-C1A5-492F-2DAA-CDA7BDDEEC30}"/>
          </ac:spMkLst>
        </pc:spChg>
        <pc:spChg chg="add mod ord">
          <ac:chgData name="り ぶ" userId="e79b0678f96bfbc0" providerId="LiveId" clId="{AAEDD26B-EFCD-460D-8863-543060308144}" dt="2026-05-21T06:26:44.639" v="908" actId="14100"/>
          <ac:spMkLst>
            <pc:docMk/>
            <pc:sldMk cId="990855839" sldId="559"/>
            <ac:spMk id="5" creationId="{0FEFA6D6-EEF2-0483-4DBA-9A20A724D8B9}"/>
          </ac:spMkLst>
        </pc:spChg>
        <pc:spChg chg="add mod">
          <ac:chgData name="り ぶ" userId="e79b0678f96bfbc0" providerId="LiveId" clId="{AAEDD26B-EFCD-460D-8863-543060308144}" dt="2026-05-21T06:28:17.103" v="953" actId="403"/>
          <ac:spMkLst>
            <pc:docMk/>
            <pc:sldMk cId="990855839" sldId="559"/>
            <ac:spMk id="10" creationId="{BA2066D0-0D54-013D-E5FD-0C34B3321015}"/>
          </ac:spMkLst>
        </pc:spChg>
        <pc:picChg chg="add mod">
          <ac:chgData name="り ぶ" userId="e79b0678f96bfbc0" providerId="LiveId" clId="{AAEDD26B-EFCD-460D-8863-543060308144}" dt="2026-05-21T06:28:14.422" v="952" actId="1076"/>
          <ac:picMkLst>
            <pc:docMk/>
            <pc:sldMk cId="990855839" sldId="559"/>
            <ac:picMk id="7" creationId="{8D5F54F3-C9E2-AE51-EA57-FA6C68839BC6}"/>
          </ac:picMkLst>
        </pc:picChg>
        <pc:cxnChg chg="add mod">
          <ac:chgData name="り ぶ" userId="e79b0678f96bfbc0" providerId="LiveId" clId="{AAEDD26B-EFCD-460D-8863-543060308144}" dt="2026-05-21T06:28:14.422" v="952" actId="1076"/>
          <ac:cxnSpMkLst>
            <pc:docMk/>
            <pc:sldMk cId="990855839" sldId="559"/>
            <ac:cxnSpMk id="9" creationId="{D3FAFFE9-85F3-ADF7-23D4-D629719E6C50}"/>
          </ac:cxnSpMkLst>
        </pc:cxnChg>
      </pc:sldChg>
      <pc:sldChg chg="modSp new mod">
        <pc:chgData name="り ぶ" userId="e79b0678f96bfbc0" providerId="LiveId" clId="{AAEDD26B-EFCD-460D-8863-543060308144}" dt="2026-05-21T07:08:24.971" v="961"/>
        <pc:sldMkLst>
          <pc:docMk/>
          <pc:sldMk cId="1368425723" sldId="560"/>
        </pc:sldMkLst>
        <pc:spChg chg="mod">
          <ac:chgData name="り ぶ" userId="e79b0678f96bfbc0" providerId="LiveId" clId="{AAEDD26B-EFCD-460D-8863-543060308144}" dt="2026-05-21T07:08:24.971" v="961"/>
          <ac:spMkLst>
            <pc:docMk/>
            <pc:sldMk cId="1368425723" sldId="560"/>
            <ac:spMk id="2" creationId="{34FE2293-949D-B6C9-97FA-905192FE404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ED8D3B-9082-49AA-B4BC-F3F4425AA7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ACFA8-1AB5-47AD-8712-789ED582E266}" type="datetimeFigureOut">
              <a:rPr kumimoji="1" lang="ja-JP" altLang="en-US" smtClean="0"/>
              <a:t>2026/5/21</a:t>
            </a:fld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1EDE976-DD9F-4E5B-8DD7-50A554BDD8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8971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A504E-F46D-4C99-BD4A-3BE220F742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94160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3109" userDrawn="1">
          <p15:clr>
            <a:srgbClr val="F26B43"/>
          </p15:clr>
        </p15:guide>
        <p15:guide id="2" pos="212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49E156C8-D1E6-4437-B817-0C57EC289493}" type="datetimeFigureOut">
              <a:rPr kumimoji="1" lang="ja-JP" altLang="en-US" smtClean="0"/>
              <a:pPr/>
              <a:t>2026/5/21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22963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4212" y="4751219"/>
            <a:ext cx="539369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 dirty="0"/>
              <a:t>Headline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1st subhead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2nd subhead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Text</a:t>
            </a:r>
          </a:p>
          <a:p>
            <a:pPr lvl="4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8971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+mn-lt"/>
              </a:defRPr>
            </a:lvl1pPr>
          </a:lstStyle>
          <a:p>
            <a:fld id="{C0644275-5C74-4E59-8F01-9B0DD8D2F6FE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409710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09" userDrawn="1">
          <p15:clr>
            <a:srgbClr val="F26B43"/>
          </p15:clr>
        </p15:guide>
        <p15:guide id="2" pos="2123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7700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0EB86-4278-9048-5A31-23FEE046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58689BD-A077-A8C1-3623-C05AD1F3D9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EDE192-B747-013A-0A86-AE2A7B102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A8393F-0650-070A-4CDF-42BA184D5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0637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8158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708F9C0-B03E-4ABD-81EF-A8BB7439D621}"/>
              </a:ext>
            </a:extLst>
          </p:cNvPr>
          <p:cNvSpPr/>
          <p:nvPr userDrawn="1"/>
        </p:nvSpPr>
        <p:spPr>
          <a:xfrm>
            <a:off x="6874213" y="0"/>
            <a:ext cx="2269787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99" y="1116000"/>
            <a:ext cx="6575364" cy="1440000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99" y="3067200"/>
            <a:ext cx="6575363" cy="1260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altLang="ja-JP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2A2B3EE-7C59-4DF5-A28E-640979443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78000"/>
            <a:ext cx="540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641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divi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D431003-5452-43E8-91F6-5795452BC861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000" y="1116000"/>
            <a:ext cx="8280000" cy="1440000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00" y="2710800"/>
            <a:ext cx="8280000" cy="1447200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7F34FAF-5899-4FCC-97CF-1CDD972A6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4052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85609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65141DF-701C-41EB-B436-0296F415C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1978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92094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400" y="950400"/>
            <a:ext cx="4280400" cy="3787200"/>
          </a:xfrm>
        </p:spPr>
        <p:txBody>
          <a:bodyPr/>
          <a:lstStyle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600" y="950400"/>
            <a:ext cx="4280400" cy="3787200"/>
          </a:xfrm>
        </p:spPr>
        <p:txBody>
          <a:bodyPr/>
          <a:lstStyle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8B49C1F-04E6-4106-8F00-66058D906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0699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85609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DF87A6-DCE7-4D8E-9E35-54CD7B854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4677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CA31111-72AC-4540-8598-6B2D0B11659B}"/>
              </a:ext>
            </a:extLst>
          </p:cNvPr>
          <p:cNvSpPr/>
          <p:nvPr userDrawn="1"/>
        </p:nvSpPr>
        <p:spPr>
          <a:xfrm>
            <a:off x="6880698" y="0"/>
            <a:ext cx="2263302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D8338C9-50E0-476B-A1C1-2CD93525E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78000"/>
            <a:ext cx="540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D4A2A5-1915-4F3E-BD41-D723F919F40C}"/>
              </a:ext>
            </a:extLst>
          </p:cNvPr>
          <p:cNvSpPr txBox="1"/>
          <p:nvPr userDrawn="1"/>
        </p:nvSpPr>
        <p:spPr>
          <a:xfrm>
            <a:off x="6809362" y="4940177"/>
            <a:ext cx="23346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700" dirty="0"/>
              <a:t>© 2023 Hiroshima Prefecture. All rights reserved.</a:t>
            </a:r>
            <a:endParaRPr kumimoji="1" lang="ja-JP" altLang="en-US" sz="7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7C4AF0D-95A2-45DB-8885-315F831EDA20}"/>
              </a:ext>
            </a:extLst>
          </p:cNvPr>
          <p:cNvSpPr/>
          <p:nvPr userDrawn="1"/>
        </p:nvSpPr>
        <p:spPr>
          <a:xfrm>
            <a:off x="6874213" y="0"/>
            <a:ext cx="2269787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B73585-FD00-D04E-2C11-961BCD516F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343" y="209637"/>
            <a:ext cx="1690733" cy="304462"/>
          </a:xfrm>
          <a:prstGeom prst="rect">
            <a:avLst/>
          </a:prstGeom>
          <a:solidFill>
            <a:srgbClr val="00E7EF"/>
          </a:solidFill>
        </p:spPr>
      </p:pic>
    </p:spTree>
    <p:extLst>
      <p:ext uri="{BB962C8B-B14F-4D97-AF65-F5344CB8AC3E}">
        <p14:creationId xmlns:p14="http://schemas.microsoft.com/office/powerpoint/2010/main" val="1735700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7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AC9C8F6-653F-4247-8137-AAA15CB89CD8}"/>
              </a:ext>
            </a:extLst>
          </p:cNvPr>
          <p:cNvSpPr/>
          <p:nvPr userDrawn="1"/>
        </p:nvSpPr>
        <p:spPr>
          <a:xfrm>
            <a:off x="0" y="2204"/>
            <a:ext cx="9144000" cy="719328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34000" y="0"/>
            <a:ext cx="6664823" cy="687600"/>
          </a:xfrm>
          <a:prstGeom prst="rect">
            <a:avLst/>
          </a:prstGeom>
        </p:spPr>
        <p:txBody>
          <a:bodyPr vert="horz" lIns="0" tIns="108000" rIns="0" bIns="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30400" y="950400"/>
            <a:ext cx="8679600" cy="3787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 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 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 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</a:t>
            </a:r>
            <a:r>
              <a:rPr lang="ja-JP" altLang="en-US" dirty="0"/>
              <a:t> 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0DC7B19-3A52-4E26-9964-A6ACE8964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4089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699" r:id="rId2"/>
    <p:sldLayoutId id="2147483700" r:id="rId3"/>
    <p:sldLayoutId id="2147483701" r:id="rId4"/>
    <p:sldLayoutId id="2147483702" r:id="rId5"/>
    <p:sldLayoutId id="2147483722" r:id="rId6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2800" b="1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750"/>
        </a:spcBef>
        <a:buClr>
          <a:schemeClr val="accent4"/>
        </a:buClr>
        <a:buSzPct val="90000"/>
        <a:buFont typeface="Wingdings" panose="05000000000000000000" pitchFamily="2" charset="2"/>
        <a:buChar char="l"/>
        <a:defRPr kumimoji="1" sz="22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Ø"/>
        <a:defRPr kumimoji="1" sz="18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5pPr>
      <a:lvl6pPr marL="18859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6pPr>
      <a:lvl7pPr marL="22288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7pPr>
      <a:lvl8pPr marL="25717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8pPr>
      <a:lvl9pPr marL="29146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A9657-0BCA-9C9B-0D22-4A47038F2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kumimoji="1" lang="ja-JP" altLang="en-US" dirty="0"/>
              <a:t>アクチュエータ選択と</a:t>
            </a:r>
            <a:r>
              <a:rPr lang="ja-JP" altLang="en-US" dirty="0"/>
              <a:t>配線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144C89F-5A53-AEC2-8774-F954F32C89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7023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36C0-759F-A171-D08F-D9547186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E879DD-8679-029F-C098-F17FCED20A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接続する</a:t>
            </a:r>
            <a:r>
              <a:rPr lang="ja-JP" altLang="en-US" dirty="0"/>
              <a:t>アクチュエータ</a:t>
            </a:r>
            <a:r>
              <a:rPr kumimoji="1" lang="ja-JP" altLang="en-US" dirty="0"/>
              <a:t>の選択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9F90C6C-9058-F2C3-65D0-BC85A111C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「</a:t>
            </a:r>
            <a:r>
              <a:rPr lang="de-DE" altLang="ja-JP" dirty="0"/>
              <a:t>actuatorSelector</a:t>
            </a:r>
            <a:r>
              <a:rPr lang="ja-JP" altLang="en-US" dirty="0"/>
              <a:t>」の使い方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10047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8C648-ADA4-B846-066A-4151691F1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49DC51-ACB0-88F0-D76C-B87038ADC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アクチュエータ</a:t>
            </a:r>
            <a:r>
              <a:rPr kumimoji="1" lang="ja-JP" altLang="en-US" dirty="0"/>
              <a:t>接続</a:t>
            </a:r>
            <a:r>
              <a:rPr lang="ja-JP" altLang="en-US" dirty="0"/>
              <a:t>の条件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B008ED-B33B-C197-95C7-897010866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同じ</a:t>
            </a:r>
            <a:r>
              <a:rPr lang="ja-JP" altLang="en-US" dirty="0"/>
              <a:t>アクチュエータ</a:t>
            </a:r>
            <a:r>
              <a:rPr kumimoji="1" lang="ja-JP" altLang="en-US" dirty="0"/>
              <a:t>の複数接続 </a:t>
            </a:r>
            <a:r>
              <a:rPr kumimoji="1" lang="en-US" altLang="ja-JP" dirty="0"/>
              <a:t>: </a:t>
            </a:r>
            <a:r>
              <a:rPr kumimoji="1" lang="ja-JP" altLang="en-US" dirty="0"/>
              <a:t>不可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「同じ」の定義 </a:t>
            </a:r>
            <a:r>
              <a:rPr kumimoji="1" lang="en-US" altLang="ja-JP" dirty="0"/>
              <a:t>: </a:t>
            </a:r>
            <a:r>
              <a:rPr kumimoji="1" lang="ja-JP" altLang="en-US" dirty="0"/>
              <a:t>種類ではなく，</a:t>
            </a:r>
            <a:r>
              <a:rPr kumimoji="1" lang="en-US" altLang="ja-JP" dirty="0"/>
              <a:t>IC</a:t>
            </a:r>
            <a:r>
              <a:rPr kumimoji="1" lang="ja-JP" altLang="en-US" dirty="0"/>
              <a:t>や</a:t>
            </a:r>
            <a:r>
              <a:rPr lang="ja-JP" altLang="en-US" dirty="0"/>
              <a:t>アクチュエータ</a:t>
            </a:r>
            <a:r>
              <a:rPr kumimoji="1" lang="ja-JP" altLang="en-US" dirty="0"/>
              <a:t>モジュールの型番</a:t>
            </a:r>
            <a:endParaRPr kumimoji="1" lang="en-US" altLang="ja-JP" dirty="0"/>
          </a:p>
          <a:p>
            <a:pPr lvl="2"/>
            <a:r>
              <a:rPr lang="ja-JP" altLang="en-US" dirty="0"/>
              <a:t>例 </a:t>
            </a:r>
            <a:r>
              <a:rPr lang="en-US" altLang="ja-JP" dirty="0"/>
              <a:t>: </a:t>
            </a:r>
            <a:r>
              <a:rPr lang="ja-JP" altLang="en-US" dirty="0"/>
              <a:t>異なる制御</a:t>
            </a:r>
            <a:r>
              <a:rPr lang="en-US" altLang="ja-JP" dirty="0"/>
              <a:t>IC</a:t>
            </a:r>
            <a:r>
              <a:rPr lang="ja-JP" altLang="en-US" dirty="0"/>
              <a:t>を搭載した</a:t>
            </a:r>
            <a:r>
              <a:rPr lang="en-US" altLang="ja-JP" dirty="0"/>
              <a:t>LCD</a:t>
            </a:r>
            <a:r>
              <a:rPr lang="ja-JP" altLang="en-US" dirty="0"/>
              <a:t>を複数接続しても良い</a:t>
            </a:r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 dirty="0"/>
              <a:t>物理インターフェイスによる制限</a:t>
            </a:r>
            <a:endParaRPr lang="en-US" altLang="ja-JP" dirty="0"/>
          </a:p>
          <a:p>
            <a:pPr lvl="1"/>
            <a:r>
              <a:rPr kumimoji="1" lang="ja-JP" altLang="en-US" dirty="0"/>
              <a:t>デバイス接続数の上限は端子</a:t>
            </a:r>
            <a:r>
              <a:rPr kumimoji="1" lang="en-US" altLang="ja-JP" dirty="0"/>
              <a:t>(</a:t>
            </a:r>
            <a:r>
              <a:rPr kumimoji="1" lang="ja-JP" altLang="en-US" dirty="0"/>
              <a:t>ピン</a:t>
            </a:r>
            <a:r>
              <a:rPr kumimoji="1" lang="en-US" altLang="ja-JP" dirty="0"/>
              <a:t>)</a:t>
            </a:r>
            <a:r>
              <a:rPr kumimoji="1" lang="ja-JP" altLang="en-US" dirty="0"/>
              <a:t>数で決まる</a:t>
            </a:r>
            <a:endParaRPr kumimoji="1" lang="en-US" altLang="ja-JP" dirty="0"/>
          </a:p>
          <a:p>
            <a:pPr lvl="2"/>
            <a:r>
              <a:rPr lang="en-US" altLang="ja-JP" dirty="0"/>
              <a:t>1</a:t>
            </a:r>
            <a:r>
              <a:rPr lang="ja-JP" altLang="en-US" dirty="0"/>
              <a:t>つの端子に接続可能な周辺回路</a:t>
            </a:r>
            <a:r>
              <a:rPr lang="en-US" altLang="ja-JP" dirty="0"/>
              <a:t>(</a:t>
            </a:r>
            <a:r>
              <a:rPr lang="ja-JP" altLang="en-US" dirty="0"/>
              <a:t>センサ含む</a:t>
            </a:r>
            <a:r>
              <a:rPr lang="en-US" altLang="ja-JP" dirty="0"/>
              <a:t>)</a:t>
            </a:r>
            <a:r>
              <a:rPr lang="ja-JP" altLang="en-US" dirty="0"/>
              <a:t>は</a:t>
            </a:r>
            <a:r>
              <a:rPr lang="en-US" altLang="ja-JP" dirty="0"/>
              <a:t>1</a:t>
            </a:r>
            <a:r>
              <a:rPr lang="ja-JP" altLang="en-US" dirty="0"/>
              <a:t>つまで</a:t>
            </a:r>
            <a:r>
              <a:rPr lang="en-US" altLang="ja-JP" dirty="0"/>
              <a:t> : </a:t>
            </a:r>
            <a:r>
              <a:rPr kumimoji="1" lang="en-US" altLang="ja-JP" dirty="0"/>
              <a:t>SPI</a:t>
            </a:r>
            <a:r>
              <a:rPr kumimoji="1" lang="ja-JP" altLang="en-US" dirty="0"/>
              <a:t>や</a:t>
            </a:r>
            <a:r>
              <a:rPr kumimoji="1" lang="en-US" altLang="ja-JP" dirty="0"/>
              <a:t>I2C</a:t>
            </a:r>
            <a:r>
              <a:rPr kumimoji="1" lang="ja-JP" altLang="en-US" dirty="0"/>
              <a:t>は別</a:t>
            </a:r>
            <a:endParaRPr kumimoji="1" lang="en-US" altLang="ja-JP" dirty="0"/>
          </a:p>
          <a:p>
            <a:pPr lvl="2"/>
            <a:endParaRPr kumimoji="1" lang="en-US" altLang="ja-JP" dirty="0"/>
          </a:p>
          <a:p>
            <a:pPr lvl="1"/>
            <a:r>
              <a:rPr lang="en-US" altLang="ja-JP" dirty="0"/>
              <a:t>LED</a:t>
            </a:r>
            <a:r>
              <a:rPr lang="ja-JP" altLang="en-US" dirty="0"/>
              <a:t>等の</a:t>
            </a:r>
            <a:r>
              <a:rPr lang="en-US" altLang="ja-JP" dirty="0"/>
              <a:t>PWM</a:t>
            </a:r>
            <a:r>
              <a:rPr lang="ja-JP" altLang="en-US" dirty="0"/>
              <a:t>制御が必要なアクチュエータは，</a:t>
            </a:r>
            <a:r>
              <a:rPr lang="en-US" altLang="ja-JP" dirty="0"/>
              <a:t>PWM</a:t>
            </a:r>
            <a:r>
              <a:rPr lang="ja-JP" altLang="en-US" dirty="0"/>
              <a:t>制御が可能な端子に接続する必要がある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6106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73680C-DB5A-19E9-BAA8-8DD8F311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アクチュエータ選択方法 </a:t>
            </a:r>
            <a:r>
              <a:rPr lang="en-US" altLang="ja-JP" dirty="0"/>
              <a:t>: </a:t>
            </a:r>
            <a:r>
              <a:rPr lang="ja-JP" altLang="en-US" dirty="0"/>
              <a:t>専用アプリ利用</a:t>
            </a:r>
            <a:endParaRPr kumimoji="1" lang="ja-JP" alt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8ABFB7CB-A331-2AE8-632C-A62732122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76" y="1198862"/>
            <a:ext cx="799148" cy="741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53591FA-958E-3361-4118-701D052EDE21}"/>
              </a:ext>
            </a:extLst>
          </p:cNvPr>
          <p:cNvSpPr txBox="1"/>
          <p:nvPr/>
        </p:nvSpPr>
        <p:spPr>
          <a:xfrm>
            <a:off x="443846" y="970294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端末開発者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2B15BD-A31E-9EB2-2DE9-104D3A070A1D}"/>
              </a:ext>
            </a:extLst>
          </p:cNvPr>
          <p:cNvSpPr txBox="1"/>
          <p:nvPr/>
        </p:nvSpPr>
        <p:spPr>
          <a:xfrm>
            <a:off x="4063374" y="1361424"/>
            <a:ext cx="1261884" cy="4616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dirty="0"/>
              <a:t>アクチュエータ</a:t>
            </a:r>
            <a:endParaRPr kumimoji="1" lang="en-US" altLang="ja-JP" sz="1200" dirty="0"/>
          </a:p>
          <a:p>
            <a:pPr algn="ctr"/>
            <a:r>
              <a:rPr kumimoji="1" lang="ja-JP" altLang="en-US" sz="1200" dirty="0"/>
              <a:t>選択補助アプリ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F1958DAC-BFED-0997-FF6C-1188BD0C35F1}"/>
              </a:ext>
            </a:extLst>
          </p:cNvPr>
          <p:cNvCxnSpPr>
            <a:cxnSpLocks/>
          </p:cNvCxnSpPr>
          <p:nvPr/>
        </p:nvCxnSpPr>
        <p:spPr>
          <a:xfrm flipV="1">
            <a:off x="1696266" y="1469187"/>
            <a:ext cx="2236694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1E5CF41-D0E7-0B65-5333-8F520AEE8CEE}"/>
              </a:ext>
            </a:extLst>
          </p:cNvPr>
          <p:cNvSpPr txBox="1"/>
          <p:nvPr/>
        </p:nvSpPr>
        <p:spPr>
          <a:xfrm>
            <a:off x="1971115" y="1069077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en-US" altLang="ja-JP" sz="1000" dirty="0"/>
              <a:t>Arduino</a:t>
            </a:r>
            <a:r>
              <a:rPr kumimoji="1" lang="ja-JP" altLang="en-US" sz="1000" dirty="0"/>
              <a:t>機種</a:t>
            </a:r>
            <a:endParaRPr kumimoji="1" lang="en-US" altLang="ja-JP" sz="10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ja-JP" altLang="en-US" sz="1000" dirty="0"/>
              <a:t>アクチュエータの種類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4BC3E9D-C9A0-CE52-CC2F-6F11F533BAFA}"/>
              </a:ext>
            </a:extLst>
          </p:cNvPr>
          <p:cNvSpPr txBox="1"/>
          <p:nvPr/>
        </p:nvSpPr>
        <p:spPr>
          <a:xfrm>
            <a:off x="1824690" y="1694639"/>
            <a:ext cx="21082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000" dirty="0"/>
              <a:t>利用可能なアクチュエータの型番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2DDD66D-2EC6-10C3-CC78-2AF7E1C5E7BF}"/>
              </a:ext>
            </a:extLst>
          </p:cNvPr>
          <p:cNvCxnSpPr>
            <a:cxnSpLocks/>
          </p:cNvCxnSpPr>
          <p:nvPr/>
        </p:nvCxnSpPr>
        <p:spPr>
          <a:xfrm flipV="1">
            <a:off x="1696265" y="1649203"/>
            <a:ext cx="2236694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フローチャート: 磁気ディスク 17">
            <a:extLst>
              <a:ext uri="{FF2B5EF4-FFF2-40B4-BE49-F238E27FC236}">
                <a16:creationId xmlns:a16="http://schemas.microsoft.com/office/drawing/2014/main" id="{EDB3D8A2-D3C4-9E72-FC17-610EA1B46429}"/>
              </a:ext>
            </a:extLst>
          </p:cNvPr>
          <p:cNvSpPr/>
          <p:nvPr/>
        </p:nvSpPr>
        <p:spPr>
          <a:xfrm>
            <a:off x="5144017" y="1694639"/>
            <a:ext cx="755405" cy="375215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1695511-1529-47E5-17D0-DB0CA5EFB3C7}"/>
              </a:ext>
            </a:extLst>
          </p:cNvPr>
          <p:cNvSpPr txBox="1"/>
          <p:nvPr/>
        </p:nvSpPr>
        <p:spPr>
          <a:xfrm>
            <a:off x="5325258" y="1817749"/>
            <a:ext cx="404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200" dirty="0"/>
              <a:t>DB</a:t>
            </a:r>
            <a:endParaRPr kumimoji="1" lang="ja-JP" altLang="en-US" sz="1200" dirty="0"/>
          </a:p>
        </p:txBody>
      </p:sp>
      <p:sp>
        <p:nvSpPr>
          <p:cNvPr id="17" name="吹き出し: 四角形 16">
            <a:extLst>
              <a:ext uri="{FF2B5EF4-FFF2-40B4-BE49-F238E27FC236}">
                <a16:creationId xmlns:a16="http://schemas.microsoft.com/office/drawing/2014/main" id="{75598871-DBD1-2E3D-C8FB-843EEAFC91E4}"/>
              </a:ext>
            </a:extLst>
          </p:cNvPr>
          <p:cNvSpPr/>
          <p:nvPr/>
        </p:nvSpPr>
        <p:spPr>
          <a:xfrm>
            <a:off x="5800295" y="1325247"/>
            <a:ext cx="2620370" cy="489228"/>
          </a:xfrm>
          <a:prstGeom prst="wedgeRectCallout">
            <a:avLst>
              <a:gd name="adj1" fmla="val -57986"/>
              <a:gd name="adj2" fmla="val 52272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デバイスドライバと</a:t>
            </a:r>
            <a:r>
              <a:rPr kumimoji="1" lang="en-US" altLang="ja-JP" sz="1100" dirty="0">
                <a:solidFill>
                  <a:schemeClr val="tx1"/>
                </a:solidFill>
              </a:rPr>
              <a:t>MCU</a:t>
            </a:r>
            <a:r>
              <a:rPr kumimoji="1" lang="ja-JP" altLang="en-US" sz="1100" dirty="0">
                <a:solidFill>
                  <a:schemeClr val="tx1"/>
                </a:solidFill>
              </a:rPr>
              <a:t>の互換性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動作電圧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F0A6A6C9-6928-4560-2D72-4331649E1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74" y="2656243"/>
            <a:ext cx="5184229" cy="2226303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9217274-3206-5B01-3F63-E5BC0CA5C055}"/>
              </a:ext>
            </a:extLst>
          </p:cNvPr>
          <p:cNvSpPr txBox="1"/>
          <p:nvPr/>
        </p:nvSpPr>
        <p:spPr>
          <a:xfrm>
            <a:off x="2234968" y="2399972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dirty="0"/>
              <a:t>アプリ起動時画面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6218CBF-EFC9-93A5-9074-3F17D7E75051}"/>
              </a:ext>
            </a:extLst>
          </p:cNvPr>
          <p:cNvSpPr txBox="1"/>
          <p:nvPr/>
        </p:nvSpPr>
        <p:spPr>
          <a:xfrm>
            <a:off x="5761392" y="3723805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>
                <a:solidFill>
                  <a:srgbClr val="FF0000"/>
                </a:solidFill>
              </a:rPr>
              <a:t>使い方の概略と注意事項を記載</a:t>
            </a:r>
          </a:p>
        </p:txBody>
      </p:sp>
    </p:spTree>
    <p:extLst>
      <p:ext uri="{BB962C8B-B14F-4D97-AF65-F5344CB8AC3E}">
        <p14:creationId xmlns:p14="http://schemas.microsoft.com/office/powerpoint/2010/main" val="405895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170111-680C-1347-7D94-C6733C0E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Arduino</a:t>
            </a:r>
            <a:r>
              <a:rPr kumimoji="1" lang="ja-JP" altLang="en-US" dirty="0"/>
              <a:t>機種選択と電圧設定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41A3F58-90AC-AAA9-5D38-98923564B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361" y="1364773"/>
            <a:ext cx="4748875" cy="2695951"/>
          </a:xfrm>
          <a:prstGeom prst="rect">
            <a:avLst/>
          </a:prstGeom>
        </p:spPr>
      </p:pic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9F314C9A-198A-2E38-05B2-6F7C88707068}"/>
              </a:ext>
            </a:extLst>
          </p:cNvPr>
          <p:cNvSpPr/>
          <p:nvPr/>
        </p:nvSpPr>
        <p:spPr>
          <a:xfrm>
            <a:off x="609601" y="1986318"/>
            <a:ext cx="2734101" cy="585432"/>
          </a:xfrm>
          <a:prstGeom prst="wedgeRectCallout">
            <a:avLst>
              <a:gd name="adj1" fmla="val 65190"/>
              <a:gd name="adj2" fmla="val 39077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①ドロップダウンメニューで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機種選択</a:t>
            </a: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6766CB5E-54C7-7BC8-EC18-CC0FFF145FA3}"/>
              </a:ext>
            </a:extLst>
          </p:cNvPr>
          <p:cNvSpPr/>
          <p:nvPr/>
        </p:nvSpPr>
        <p:spPr>
          <a:xfrm>
            <a:off x="609600" y="2712748"/>
            <a:ext cx="2734101" cy="750059"/>
          </a:xfrm>
          <a:prstGeom prst="wedgeRectCallout">
            <a:avLst>
              <a:gd name="adj1" fmla="val 64857"/>
              <a:gd name="adj2" fmla="val -24001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② カタログ上の動作電圧に合致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しなくても，動作実績があれば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表示するか否か</a:t>
            </a: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13CB1182-2D3E-D428-2821-931E885BF75C}"/>
              </a:ext>
            </a:extLst>
          </p:cNvPr>
          <p:cNvSpPr/>
          <p:nvPr/>
        </p:nvSpPr>
        <p:spPr>
          <a:xfrm>
            <a:off x="1976650" y="3620749"/>
            <a:ext cx="1824663" cy="340316"/>
          </a:xfrm>
          <a:prstGeom prst="wedgeRectCallout">
            <a:avLst>
              <a:gd name="adj1" fmla="val 51893"/>
              <a:gd name="adj2" fmla="val -130943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③「次」をクリック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264622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C20AF4-D1E6-08F1-AFE7-BC478433E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アクチュエータの種類指定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31C268C-54A5-EAB2-F0BA-B90BB8FC5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07" y="1251046"/>
            <a:ext cx="4748875" cy="3324689"/>
          </a:xfrm>
          <a:prstGeom prst="rect">
            <a:avLst/>
          </a:prstGeom>
        </p:spPr>
      </p:pic>
      <p:sp>
        <p:nvSpPr>
          <p:cNvPr id="5" name="右中かっこ 4">
            <a:extLst>
              <a:ext uri="{FF2B5EF4-FFF2-40B4-BE49-F238E27FC236}">
                <a16:creationId xmlns:a16="http://schemas.microsoft.com/office/drawing/2014/main" id="{8B038DE2-A900-CE63-098B-B7E87A1CDB70}"/>
              </a:ext>
            </a:extLst>
          </p:cNvPr>
          <p:cNvSpPr/>
          <p:nvPr/>
        </p:nvSpPr>
        <p:spPr>
          <a:xfrm>
            <a:off x="3657600" y="2074460"/>
            <a:ext cx="309349" cy="759725"/>
          </a:xfrm>
          <a:prstGeom prst="rightBrac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327CBB5-420C-EC5E-1CEB-F45FDB3E0D8A}"/>
              </a:ext>
            </a:extLst>
          </p:cNvPr>
          <p:cNvSpPr txBox="1"/>
          <p:nvPr/>
        </p:nvSpPr>
        <p:spPr>
          <a:xfrm>
            <a:off x="4045974" y="2269656"/>
            <a:ext cx="226215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dirty="0">
                <a:solidFill>
                  <a:srgbClr val="FF0000"/>
                </a:solidFill>
              </a:rPr>
              <a:t>選択済み項目の情報</a:t>
            </a: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8D9D607E-5A64-1252-8426-9065E6DB7D2B}"/>
              </a:ext>
            </a:extLst>
          </p:cNvPr>
          <p:cNvSpPr/>
          <p:nvPr/>
        </p:nvSpPr>
        <p:spPr>
          <a:xfrm>
            <a:off x="3518260" y="3267363"/>
            <a:ext cx="2873635" cy="585432"/>
          </a:xfrm>
          <a:prstGeom prst="wedgeRectCallout">
            <a:avLst>
              <a:gd name="adj1" fmla="val -80381"/>
              <a:gd name="adj2" fmla="val 15765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①ドロップダウンメニューで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アクチュエータの種類を選択</a:t>
            </a: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B2112DC5-BBAF-AF53-9B9B-A2C6141526E0}"/>
              </a:ext>
            </a:extLst>
          </p:cNvPr>
          <p:cNvSpPr/>
          <p:nvPr/>
        </p:nvSpPr>
        <p:spPr>
          <a:xfrm>
            <a:off x="971265" y="4485107"/>
            <a:ext cx="1824663" cy="340316"/>
          </a:xfrm>
          <a:prstGeom prst="wedgeRectCallout">
            <a:avLst>
              <a:gd name="adj1" fmla="val -33873"/>
              <a:gd name="adj2" fmla="val -140300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②「次」をクリック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3721696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CCCC0B-6B8B-7DED-9CC4-0FFB87F89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選択可能なアクチュエータの種類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9E4A03D-1E56-7807-56AF-1B8CDCF695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8" t="32283" r="70260" b="28800"/>
          <a:stretch>
            <a:fillRect/>
          </a:stretch>
        </p:blipFill>
        <p:spPr>
          <a:xfrm>
            <a:off x="614148" y="859809"/>
            <a:ext cx="2358244" cy="38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2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59879A9-C1A5-492F-2DAA-CDA7BDDEE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利用可能なアクチュエータ表示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0FEFA6D6-EEF2-0483-4DBA-9A20A724D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400" y="950400"/>
            <a:ext cx="7912573" cy="478952"/>
          </a:xfrm>
        </p:spPr>
        <p:txBody>
          <a:bodyPr/>
          <a:lstStyle/>
          <a:p>
            <a:r>
              <a:rPr lang="en-US" altLang="ja-JP" dirty="0"/>
              <a:t>Arduino Giga R1 + </a:t>
            </a:r>
            <a:r>
              <a:rPr lang="ja-JP" altLang="en-US" dirty="0"/>
              <a:t>キャラクタディスプレイで実行した画面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D5F54F3-C9E2-AE51-EA57-FA6C68839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34" y="1692152"/>
            <a:ext cx="3935613" cy="3107298"/>
          </a:xfrm>
          <a:prstGeom prst="rect">
            <a:avLst/>
          </a:prstGeom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D3FAFFE9-85F3-ADF7-23D4-D629719E6C50}"/>
              </a:ext>
            </a:extLst>
          </p:cNvPr>
          <p:cNvCxnSpPr/>
          <p:nvPr/>
        </p:nvCxnSpPr>
        <p:spPr>
          <a:xfrm flipH="1">
            <a:off x="3907809" y="3725671"/>
            <a:ext cx="964441" cy="363940"/>
          </a:xfrm>
          <a:prstGeom prst="straightConnector1">
            <a:avLst/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A2066D0-0D54-013D-E5FD-0C34B3321015}"/>
              </a:ext>
            </a:extLst>
          </p:cNvPr>
          <p:cNvSpPr txBox="1"/>
          <p:nvPr/>
        </p:nvSpPr>
        <p:spPr>
          <a:xfrm>
            <a:off x="4872250" y="3571782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dirty="0">
                <a:solidFill>
                  <a:srgbClr val="FF0000"/>
                </a:solidFill>
              </a:rPr>
              <a:t>利用可能なアクチュエータデバイス一覧</a:t>
            </a:r>
          </a:p>
        </p:txBody>
      </p:sp>
    </p:spTree>
    <p:extLst>
      <p:ext uri="{BB962C8B-B14F-4D97-AF65-F5344CB8AC3E}">
        <p14:creationId xmlns:p14="http://schemas.microsoft.com/office/powerpoint/2010/main" val="990855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FE2293-949D-B6C9-97FA-905192FE40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配線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E47FFB-3D63-BEBB-3798-4A98A825AC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8425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498403"/>
      </p:ext>
    </p:extLst>
  </p:cSld>
  <p:clrMapOvr>
    <a:masterClrMapping/>
  </p:clrMapOvr>
</p:sld>
</file>

<file path=ppt/theme/theme1.xml><?xml version="1.0" encoding="utf-8"?>
<a:theme xmlns:a="http://schemas.openxmlformats.org/drawingml/2006/main" name="デジタルリテラシ">
  <a:themeElements>
    <a:clrScheme name="F_Tool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EA0000"/>
      </a:accent1>
      <a:accent2>
        <a:srgbClr val="FF8000"/>
      </a:accent2>
      <a:accent3>
        <a:srgbClr val="D80084"/>
      </a:accent3>
      <a:accent4>
        <a:srgbClr val="2400B0"/>
      </a:accent4>
      <a:accent5>
        <a:srgbClr val="61D600"/>
      </a:accent5>
      <a:accent6>
        <a:srgbClr val="008224"/>
      </a:accent6>
      <a:hlink>
        <a:srgbClr val="0563C1"/>
      </a:hlink>
      <a:folHlink>
        <a:srgbClr val="954F72"/>
      </a:folHlink>
    </a:clrScheme>
    <a:fontScheme name="F_Tool_JP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kumimoji="1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89D5AA51-82D9-46A9-B088-81940A62FD39}" vid="{9DA0BA57-D874-448D-82DD-D6F8E40BAE5A}"/>
    </a:ext>
  </a:extLst>
</a:theme>
</file>

<file path=ppt/theme/theme2.xml><?xml version="1.0" encoding="utf-8"?>
<a:theme xmlns:a="http://schemas.openxmlformats.org/drawingml/2006/main" name="Office テーマ">
  <a:themeElements>
    <a:clrScheme name="F_Tool_8_EN">
      <a:dk1>
        <a:srgbClr val="000000"/>
      </a:dk1>
      <a:lt1>
        <a:sysClr val="window" lastClr="FFFFFF"/>
      </a:lt1>
      <a:dk2>
        <a:srgbClr val="D51C89"/>
      </a:dk2>
      <a:lt2>
        <a:srgbClr val="E60000"/>
      </a:lt2>
      <a:accent1>
        <a:srgbClr val="1813B1"/>
      </a:accent1>
      <a:accent2>
        <a:srgbClr val="00ECF4"/>
      </a:accent2>
      <a:accent3>
        <a:srgbClr val="75D700"/>
      </a:accent3>
      <a:accent4>
        <a:srgbClr val="00812F"/>
      </a:accent4>
      <a:accent5>
        <a:srgbClr val="FFE800"/>
      </a:accent5>
      <a:accent6>
        <a:srgbClr val="FF8100"/>
      </a:accent6>
      <a:hlink>
        <a:srgbClr val="0563C1"/>
      </a:hlink>
      <a:folHlink>
        <a:srgbClr val="954F72"/>
      </a:folHlink>
    </a:clrScheme>
    <a:fontScheme name="F_Tool_8_EN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F_Tool_8_EN">
      <a:dk1>
        <a:srgbClr val="000000"/>
      </a:dk1>
      <a:lt1>
        <a:sysClr val="window" lastClr="FFFFFF"/>
      </a:lt1>
      <a:dk2>
        <a:srgbClr val="D51C89"/>
      </a:dk2>
      <a:lt2>
        <a:srgbClr val="E60000"/>
      </a:lt2>
      <a:accent1>
        <a:srgbClr val="1813B1"/>
      </a:accent1>
      <a:accent2>
        <a:srgbClr val="00ECF4"/>
      </a:accent2>
      <a:accent3>
        <a:srgbClr val="75D700"/>
      </a:accent3>
      <a:accent4>
        <a:srgbClr val="00812F"/>
      </a:accent4>
      <a:accent5>
        <a:srgbClr val="FFE800"/>
      </a:accent5>
      <a:accent6>
        <a:srgbClr val="FF8100"/>
      </a:accent6>
      <a:hlink>
        <a:srgbClr val="0563C1"/>
      </a:hlink>
      <a:folHlink>
        <a:srgbClr val="954F72"/>
      </a:folHlink>
    </a:clrScheme>
    <a:fontScheme name="F_Tool_8_EN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個人</Template>
  <TotalTime>1527</TotalTime>
  <Words>250</Words>
  <Application>Microsoft Office PowerPoint</Application>
  <PresentationFormat>画面に合わせる (16:9)</PresentationFormat>
  <Paragraphs>45</Paragraphs>
  <Slides>10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メイリオ</vt:lpstr>
      <vt:lpstr>Arial</vt:lpstr>
      <vt:lpstr>Times New Roman</vt:lpstr>
      <vt:lpstr>Wingdings</vt:lpstr>
      <vt:lpstr>デジタルリテラシ</vt:lpstr>
      <vt:lpstr>アクチュエータ選択と配線</vt:lpstr>
      <vt:lpstr>接続するアクチュエータの選択</vt:lpstr>
      <vt:lpstr>アクチュエータ接続の条件</vt:lpstr>
      <vt:lpstr>アクチュエータ選択方法 : 専用アプリ利用</vt:lpstr>
      <vt:lpstr>Arduino機種選択と電圧設定</vt:lpstr>
      <vt:lpstr>アクチュエータの種類指定</vt:lpstr>
      <vt:lpstr>選択可能なアクチュエータの種類</vt:lpstr>
      <vt:lpstr>利用可能なアクチュエータ表示</vt:lpstr>
      <vt:lpstr>配線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野呂　正明</dc:creator>
  <cp:lastModifiedBy>り ぶ</cp:lastModifiedBy>
  <cp:revision>1</cp:revision>
  <cp:lastPrinted>2022-11-21T08:07:27Z</cp:lastPrinted>
  <dcterms:created xsi:type="dcterms:W3CDTF">2023-12-11T02:17:30Z</dcterms:created>
  <dcterms:modified xsi:type="dcterms:W3CDTF">2026-05-21T07:52:09Z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295cc1-d279-42ac-ab4d-3b0f4fece050_Enabled">
    <vt:lpwstr>true</vt:lpwstr>
  </property>
  <property fmtid="{D5CDD505-2E9C-101B-9397-08002B2CF9AE}" pid="3" name="MSIP_Label_a7295cc1-d279-42ac-ab4d-3b0f4fece050_SetDate">
    <vt:lpwstr>2021-10-28T00:05:04Z</vt:lpwstr>
  </property>
  <property fmtid="{D5CDD505-2E9C-101B-9397-08002B2CF9AE}" pid="4" name="MSIP_Label_a7295cc1-d279-42ac-ab4d-3b0f4fece050_Method">
    <vt:lpwstr>Standard</vt:lpwstr>
  </property>
  <property fmtid="{D5CDD505-2E9C-101B-9397-08002B2CF9AE}" pid="5" name="MSIP_Label_a7295cc1-d279-42ac-ab4d-3b0f4fece050_Name">
    <vt:lpwstr>FUJITSU-RESTRICTED​</vt:lpwstr>
  </property>
  <property fmtid="{D5CDD505-2E9C-101B-9397-08002B2CF9AE}" pid="6" name="MSIP_Label_a7295cc1-d279-42ac-ab4d-3b0f4fece050_SiteId">
    <vt:lpwstr>a19f121d-81e1-4858-a9d8-736e267fd4c7</vt:lpwstr>
  </property>
  <property fmtid="{D5CDD505-2E9C-101B-9397-08002B2CF9AE}" pid="7" name="MSIP_Label_a7295cc1-d279-42ac-ab4d-3b0f4fece050_ActionId">
    <vt:lpwstr>2213c45c-f659-4547-b6fb-40f3bd2d3676</vt:lpwstr>
  </property>
  <property fmtid="{D5CDD505-2E9C-101B-9397-08002B2CF9AE}" pid="8" name="MSIP_Label_a7295cc1-d279-42ac-ab4d-3b0f4fece050_ContentBits">
    <vt:lpwstr>0</vt:lpwstr>
  </property>
</Properties>
</file>