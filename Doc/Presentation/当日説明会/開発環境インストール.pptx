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7" r:id="rId1"/>
  </p:sldMasterIdLst>
  <p:notesMasterIdLst>
    <p:notesMasterId r:id="rId25"/>
  </p:notesMasterIdLst>
  <p:handoutMasterIdLst>
    <p:handoutMasterId r:id="rId26"/>
  </p:handoutMasterIdLst>
  <p:sldIdLst>
    <p:sldId id="380" r:id="rId2"/>
    <p:sldId id="548" r:id="rId3"/>
    <p:sldId id="568" r:id="rId4"/>
    <p:sldId id="552" r:id="rId5"/>
    <p:sldId id="553" r:id="rId6"/>
    <p:sldId id="559" r:id="rId7"/>
    <p:sldId id="554" r:id="rId8"/>
    <p:sldId id="549" r:id="rId9"/>
    <p:sldId id="550" r:id="rId10"/>
    <p:sldId id="551" r:id="rId11"/>
    <p:sldId id="547" r:id="rId12"/>
    <p:sldId id="555" r:id="rId13"/>
    <p:sldId id="560" r:id="rId14"/>
    <p:sldId id="561" r:id="rId15"/>
    <p:sldId id="557" r:id="rId16"/>
    <p:sldId id="564" r:id="rId17"/>
    <p:sldId id="565" r:id="rId18"/>
    <p:sldId id="558" r:id="rId19"/>
    <p:sldId id="566" r:id="rId20"/>
    <p:sldId id="567" r:id="rId21"/>
    <p:sldId id="562" r:id="rId22"/>
    <p:sldId id="569" r:id="rId23"/>
    <p:sldId id="401" r:id="rId24"/>
  </p:sldIdLst>
  <p:sldSz cx="9144000" cy="5143500" type="screen16x9"/>
  <p:notesSz cx="6742113" cy="98726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3" pos="5602" userDrawn="1">
          <p15:clr>
            <a:srgbClr val="A4A3A4"/>
          </p15:clr>
        </p15:guide>
        <p15:guide id="4" orient="horz" pos="395" userDrawn="1">
          <p15:clr>
            <a:srgbClr val="A4A3A4"/>
          </p15:clr>
        </p15:guide>
        <p15:guide id="5" orient="horz" pos="2981" userDrawn="1">
          <p15:clr>
            <a:srgbClr val="A4A3A4"/>
          </p15:clr>
        </p15:guide>
        <p15:guide id="6" pos="290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E5"/>
    <a:srgbClr val="FFEFFF"/>
    <a:srgbClr val="FFCC00"/>
    <a:srgbClr val="FFE1FF"/>
    <a:srgbClr val="00E7EF"/>
    <a:srgbClr val="FFFFCC"/>
    <a:srgbClr val="FFE700"/>
    <a:srgbClr val="FFFFFF"/>
    <a:srgbClr val="000000"/>
    <a:srgbClr val="EA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344102-863A-43A5-8B1E-FE591638394B}" v="3" dt="2026-06-25T05:33:06.08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38B1855-1B75-4FBE-930C-398BA8C253C6}" styleName="テーマ スタイル 2 - アクセント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49" autoAdjust="0"/>
    <p:restoredTop sz="81742" autoAdjust="0"/>
  </p:normalViewPr>
  <p:slideViewPr>
    <p:cSldViewPr snapToGrid="0">
      <p:cViewPr varScale="1">
        <p:scale>
          <a:sx n="133" d="100"/>
          <a:sy n="133" d="100"/>
        </p:scale>
        <p:origin x="224" y="84"/>
      </p:cViewPr>
      <p:guideLst>
        <p:guide orient="horz" pos="1620"/>
        <p:guide pos="5602"/>
        <p:guide orient="horz" pos="395"/>
        <p:guide orient="horz" pos="2981"/>
        <p:guide pos="2903"/>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notesViewPr>
    <p:cSldViewPr snapToGrid="0">
      <p:cViewPr>
        <p:scale>
          <a:sx n="75" d="100"/>
          <a:sy n="75" d="100"/>
        </p:scale>
        <p:origin x="3452" y="2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り ぶ" userId="e79b0678f96bfbc0" providerId="LiveId" clId="{AAEDD26B-EFCD-460D-8863-543060308144}"/>
    <pc:docChg chg="addSld delSld modSld">
      <pc:chgData name="り ぶ" userId="e79b0678f96bfbc0" providerId="LiveId" clId="{AAEDD26B-EFCD-460D-8863-543060308144}" dt="2026-06-25T05:33:36.827" v="146" actId="20577"/>
      <pc:docMkLst>
        <pc:docMk/>
      </pc:docMkLst>
      <pc:sldChg chg="modSp mod">
        <pc:chgData name="り ぶ" userId="e79b0678f96bfbc0" providerId="LiveId" clId="{AAEDD26B-EFCD-460D-8863-543060308144}" dt="2026-06-25T05:33:15.225" v="145" actId="14100"/>
        <pc:sldMkLst>
          <pc:docMk/>
          <pc:sldMk cId="3581783374" sldId="548"/>
        </pc:sldMkLst>
        <pc:spChg chg="mod">
          <ac:chgData name="り ぶ" userId="e79b0678f96bfbc0" providerId="LiveId" clId="{AAEDD26B-EFCD-460D-8863-543060308144}" dt="2026-06-25T05:33:06.089" v="143"/>
          <ac:spMkLst>
            <pc:docMk/>
            <pc:sldMk cId="3581783374" sldId="548"/>
            <ac:spMk id="3" creationId="{9544FD66-0385-8F5D-F31B-E007FCD88F2E}"/>
          </ac:spMkLst>
        </pc:spChg>
        <pc:spChg chg="mod">
          <ac:chgData name="り ぶ" userId="e79b0678f96bfbc0" providerId="LiveId" clId="{AAEDD26B-EFCD-460D-8863-543060308144}" dt="2026-06-25T05:33:15.225" v="145" actId="14100"/>
          <ac:spMkLst>
            <pc:docMk/>
            <pc:sldMk cId="3581783374" sldId="548"/>
            <ac:spMk id="4" creationId="{FE8FAB20-9BCD-6941-8BC0-3288787779DA}"/>
          </ac:spMkLst>
        </pc:spChg>
      </pc:sldChg>
      <pc:sldChg chg="modSp mod">
        <pc:chgData name="り ぶ" userId="e79b0678f96bfbc0" providerId="LiveId" clId="{AAEDD26B-EFCD-460D-8863-543060308144}" dt="2026-06-25T05:33:36.827" v="146" actId="20577"/>
        <pc:sldMkLst>
          <pc:docMk/>
          <pc:sldMk cId="1156183206" sldId="568"/>
        </pc:sldMkLst>
        <pc:spChg chg="mod">
          <ac:chgData name="り ぶ" userId="e79b0678f96bfbc0" providerId="LiveId" clId="{AAEDD26B-EFCD-460D-8863-543060308144}" dt="2026-06-25T05:33:36.827" v="146" actId="20577"/>
          <ac:spMkLst>
            <pc:docMk/>
            <pc:sldMk cId="1156183206" sldId="568"/>
            <ac:spMk id="2" creationId="{8BF6F9EC-AD3F-E0C4-CC80-0FEB660AEAD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6AED8D3B-9082-49AA-B4BC-F3F4425AA75A}"/>
              </a:ext>
            </a:extLst>
          </p:cNvPr>
          <p:cNvSpPr>
            <a:spLocks noGrp="1"/>
          </p:cNvSpPr>
          <p:nvPr>
            <p:ph type="dt" sz="quarter" idx="1"/>
          </p:nvPr>
        </p:nvSpPr>
        <p:spPr>
          <a:xfrm>
            <a:off x="3818971" y="0"/>
            <a:ext cx="2921582" cy="495348"/>
          </a:xfrm>
          <a:prstGeom prst="rect">
            <a:avLst/>
          </a:prstGeom>
        </p:spPr>
        <p:txBody>
          <a:bodyPr vert="horz" lIns="91440" tIns="45720" rIns="91440" bIns="45720" rtlCol="0"/>
          <a:lstStyle>
            <a:lvl1pPr algn="r">
              <a:defRPr sz="1200"/>
            </a:lvl1pPr>
          </a:lstStyle>
          <a:p>
            <a:fld id="{389ACFA8-1AB5-47AD-8712-789ED582E266}" type="datetimeFigureOut">
              <a:rPr kumimoji="1" lang="ja-JP" altLang="en-US" smtClean="0"/>
              <a:t>2026/6/25</a:t>
            </a:fld>
            <a:endParaRPr kumimoji="1" lang="ja-JP" altLang="en-US"/>
          </a:p>
        </p:txBody>
      </p:sp>
      <p:sp>
        <p:nvSpPr>
          <p:cNvPr id="5" name="スライド番号プレースホルダー 4">
            <a:extLst>
              <a:ext uri="{FF2B5EF4-FFF2-40B4-BE49-F238E27FC236}">
                <a16:creationId xmlns:a16="http://schemas.microsoft.com/office/drawing/2014/main" id="{91EDE976-DD9F-4E5B-8DD7-50A554BDD883}"/>
              </a:ext>
            </a:extLst>
          </p:cNvPr>
          <p:cNvSpPr>
            <a:spLocks noGrp="1"/>
          </p:cNvSpPr>
          <p:nvPr>
            <p:ph type="sldNum" sz="quarter" idx="3"/>
          </p:nvPr>
        </p:nvSpPr>
        <p:spPr>
          <a:xfrm>
            <a:off x="3818971" y="9377318"/>
            <a:ext cx="2921582" cy="495347"/>
          </a:xfrm>
          <a:prstGeom prst="rect">
            <a:avLst/>
          </a:prstGeom>
        </p:spPr>
        <p:txBody>
          <a:bodyPr vert="horz" lIns="91440" tIns="45720" rIns="91440" bIns="45720" rtlCol="0" anchor="b"/>
          <a:lstStyle>
            <a:lvl1pPr algn="r">
              <a:defRPr sz="1200"/>
            </a:lvl1pPr>
          </a:lstStyle>
          <a:p>
            <a:fld id="{F2DA504E-F46D-4C99-BD4A-3BE220F742A8}" type="slidenum">
              <a:rPr kumimoji="1" lang="ja-JP" altLang="en-US" smtClean="0"/>
              <a:t>‹#›</a:t>
            </a:fld>
            <a:endParaRPr kumimoji="1" lang="ja-JP" altLang="en-US"/>
          </a:p>
        </p:txBody>
      </p:sp>
    </p:spTree>
    <p:extLst>
      <p:ext uri="{BB962C8B-B14F-4D97-AF65-F5344CB8AC3E}">
        <p14:creationId xmlns:p14="http://schemas.microsoft.com/office/powerpoint/2010/main" val="95594160"/>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1" orient="horz" pos="3109" userDrawn="1">
          <p15:clr>
            <a:srgbClr val="F26B43"/>
          </p15:clr>
        </p15:guide>
        <p15:guide id="2" pos="2123"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日付プレースホルダー 2"/>
          <p:cNvSpPr>
            <a:spLocks noGrp="1"/>
          </p:cNvSpPr>
          <p:nvPr>
            <p:ph type="dt" idx="1"/>
          </p:nvPr>
        </p:nvSpPr>
        <p:spPr>
          <a:xfrm>
            <a:off x="3818971" y="0"/>
            <a:ext cx="2921582" cy="495348"/>
          </a:xfrm>
          <a:prstGeom prst="rect">
            <a:avLst/>
          </a:prstGeom>
        </p:spPr>
        <p:txBody>
          <a:bodyPr vert="horz" lIns="91440" tIns="45720" rIns="91440" bIns="45720" rtlCol="0"/>
          <a:lstStyle>
            <a:lvl1pPr algn="r">
              <a:defRPr sz="1200">
                <a:latin typeface="+mn-lt"/>
              </a:defRPr>
            </a:lvl1pPr>
          </a:lstStyle>
          <a:p>
            <a:fld id="{49E156C8-D1E6-4437-B817-0C57EC289493}" type="datetimeFigureOut">
              <a:rPr kumimoji="1" lang="ja-JP" altLang="en-US" smtClean="0"/>
              <a:pPr/>
              <a:t>2026/6/25</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22963" cy="3332162"/>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4212" y="4751219"/>
            <a:ext cx="5393690" cy="3887361"/>
          </a:xfrm>
          <a:prstGeom prst="rect">
            <a:avLst/>
          </a:prstGeom>
        </p:spPr>
        <p:txBody>
          <a:bodyPr vert="horz" lIns="91440" tIns="45720" rIns="91440" bIns="45720" rtlCol="0"/>
          <a:lstStyle/>
          <a:p>
            <a:pPr lvl="0"/>
            <a:r>
              <a:rPr kumimoji="1" lang="en-US" altLang="ja-JP" dirty="0"/>
              <a:t>Headline</a:t>
            </a:r>
            <a:endParaRPr kumimoji="1" lang="ja-JP" altLang="en-US" dirty="0"/>
          </a:p>
          <a:p>
            <a:pPr lvl="1"/>
            <a:r>
              <a:rPr kumimoji="1" lang="en-US" altLang="ja-JP" dirty="0"/>
              <a:t>1st subhead</a:t>
            </a:r>
            <a:endParaRPr kumimoji="1" lang="ja-JP" altLang="en-US" dirty="0"/>
          </a:p>
          <a:p>
            <a:pPr lvl="2"/>
            <a:r>
              <a:rPr kumimoji="1" lang="en-US" altLang="ja-JP" dirty="0"/>
              <a:t>2nd subhead</a:t>
            </a:r>
            <a:endParaRPr kumimoji="1" lang="ja-JP" altLang="en-US" dirty="0"/>
          </a:p>
          <a:p>
            <a:pPr lvl="3"/>
            <a:r>
              <a:rPr kumimoji="1" lang="en-US" altLang="ja-JP" dirty="0"/>
              <a:t>Text</a:t>
            </a:r>
          </a:p>
          <a:p>
            <a:pPr lvl="4"/>
            <a:r>
              <a:rPr kumimoji="1" lang="en-US" altLang="ja-JP" dirty="0"/>
              <a:t>Text</a:t>
            </a:r>
            <a:endParaRPr kumimoji="1" lang="ja-JP" altLang="en-US" dirty="0"/>
          </a:p>
        </p:txBody>
      </p:sp>
      <p:sp>
        <p:nvSpPr>
          <p:cNvPr id="7" name="スライド番号プレースホルダー 6"/>
          <p:cNvSpPr>
            <a:spLocks noGrp="1"/>
          </p:cNvSpPr>
          <p:nvPr>
            <p:ph type="sldNum" sz="quarter" idx="5"/>
          </p:nvPr>
        </p:nvSpPr>
        <p:spPr>
          <a:xfrm>
            <a:off x="3818971" y="9377318"/>
            <a:ext cx="2921582" cy="495347"/>
          </a:xfrm>
          <a:prstGeom prst="rect">
            <a:avLst/>
          </a:prstGeom>
        </p:spPr>
        <p:txBody>
          <a:bodyPr vert="horz" lIns="91440" tIns="45720" rIns="91440" bIns="45720" rtlCol="0" anchor="b"/>
          <a:lstStyle>
            <a:lvl1pPr algn="r">
              <a:defRPr sz="1000">
                <a:latin typeface="+mn-lt"/>
              </a:defRPr>
            </a:lvl1pPr>
          </a:lstStyle>
          <a:p>
            <a:fld id="{C0644275-5C74-4E59-8F01-9B0DD8D2F6FE}" type="slidenum">
              <a:rPr kumimoji="1" lang="ja-JP" altLang="en-US" smtClean="0"/>
              <a:pPr/>
              <a:t>‹#›</a:t>
            </a:fld>
            <a:endParaRPr kumimoji="1" lang="ja-JP" altLang="en-US" dirty="0"/>
          </a:p>
        </p:txBody>
      </p:sp>
    </p:spTree>
    <p:extLst>
      <p:ext uri="{BB962C8B-B14F-4D97-AF65-F5344CB8AC3E}">
        <p14:creationId xmlns:p14="http://schemas.microsoft.com/office/powerpoint/2010/main" val="2664097101"/>
      </p:ext>
    </p:extLst>
  </p:cSld>
  <p:clrMap bg1="lt1" tx1="dk1" bg2="lt2" tx2="dk2" accent1="accent1" accent2="accent2" accent3="accent3" accent4="accent4" accent5="accent5" accent6="accent6" hlink="hlink" folHlink="folHlink"/>
  <p:hf hdr="0" dt="0"/>
  <p:notesStyle>
    <a:lvl1pPr marL="0" algn="l" defTabSz="685800" rtl="0" eaLnBrk="1" latinLnBrk="0" hangingPunct="1">
      <a:defRPr kumimoji="1" sz="900" kern="1200">
        <a:solidFill>
          <a:schemeClr val="tx1"/>
        </a:solidFill>
        <a:latin typeface="+mn-lt"/>
        <a:ea typeface="+mn-ea"/>
        <a:cs typeface="+mn-cs"/>
      </a:defRPr>
    </a:lvl1pPr>
    <a:lvl2pPr marL="342900" algn="l" defTabSz="685800" rtl="0" eaLnBrk="1" latinLnBrk="0" hangingPunct="1">
      <a:defRPr kumimoji="1" sz="900" kern="1200">
        <a:solidFill>
          <a:schemeClr val="tx1"/>
        </a:solidFill>
        <a:latin typeface="+mn-lt"/>
        <a:ea typeface="+mn-ea"/>
        <a:cs typeface="+mn-cs"/>
      </a:defRPr>
    </a:lvl2pPr>
    <a:lvl3pPr marL="685800" algn="l" defTabSz="685800" rtl="0" eaLnBrk="1" latinLnBrk="0" hangingPunct="1">
      <a:defRPr kumimoji="1" sz="900" kern="1200">
        <a:solidFill>
          <a:schemeClr val="tx1"/>
        </a:solidFill>
        <a:latin typeface="+mn-lt"/>
        <a:ea typeface="+mn-ea"/>
        <a:cs typeface="+mn-cs"/>
      </a:defRPr>
    </a:lvl3pPr>
    <a:lvl4pPr marL="1028700" algn="l" defTabSz="685800" rtl="0" eaLnBrk="1" latinLnBrk="0" hangingPunct="1">
      <a:defRPr kumimoji="1" sz="900" kern="1200">
        <a:solidFill>
          <a:schemeClr val="tx1"/>
        </a:solidFill>
        <a:latin typeface="+mn-lt"/>
        <a:ea typeface="+mn-ea"/>
        <a:cs typeface="+mn-cs"/>
      </a:defRPr>
    </a:lvl4pPr>
    <a:lvl5pPr marL="1371600" algn="l" defTabSz="685800" rtl="0" eaLnBrk="1" latinLnBrk="0" hangingPunct="1">
      <a:defRPr kumimoji="1" sz="900" kern="1200">
        <a:solidFill>
          <a:schemeClr val="tx1"/>
        </a:solidFill>
        <a:latin typeface="+mn-lt"/>
        <a:ea typeface="+mn-ea"/>
        <a:cs typeface="+mn-cs"/>
      </a:defRPr>
    </a:lvl5pPr>
    <a:lvl6pPr marL="1714500" algn="l" defTabSz="685800" rtl="0" eaLnBrk="1" latinLnBrk="0" hangingPunct="1">
      <a:defRPr kumimoji="1" sz="900" kern="1200">
        <a:solidFill>
          <a:schemeClr val="tx1"/>
        </a:solidFill>
        <a:latin typeface="+mn-lt"/>
        <a:ea typeface="+mn-ea"/>
        <a:cs typeface="+mn-cs"/>
      </a:defRPr>
    </a:lvl6pPr>
    <a:lvl7pPr marL="2057400" algn="l" defTabSz="685800" rtl="0" eaLnBrk="1" latinLnBrk="0" hangingPunct="1">
      <a:defRPr kumimoji="1" sz="900" kern="1200">
        <a:solidFill>
          <a:schemeClr val="tx1"/>
        </a:solidFill>
        <a:latin typeface="+mn-lt"/>
        <a:ea typeface="+mn-ea"/>
        <a:cs typeface="+mn-cs"/>
      </a:defRPr>
    </a:lvl7pPr>
    <a:lvl8pPr marL="2400300" algn="l" defTabSz="685800" rtl="0" eaLnBrk="1" latinLnBrk="0" hangingPunct="1">
      <a:defRPr kumimoji="1" sz="900" kern="1200">
        <a:solidFill>
          <a:schemeClr val="tx1"/>
        </a:solidFill>
        <a:latin typeface="+mn-lt"/>
        <a:ea typeface="+mn-ea"/>
        <a:cs typeface="+mn-cs"/>
      </a:defRPr>
    </a:lvl8pPr>
    <a:lvl9pPr marL="2743200" algn="l" defTabSz="685800" rtl="0" eaLnBrk="1" latinLnBrk="0" hangingPunct="1">
      <a:defRPr kumimoji="1" sz="9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09" userDrawn="1">
          <p15:clr>
            <a:srgbClr val="F26B43"/>
          </p15:clr>
        </p15:guide>
        <p15:guide id="2" pos="2123"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2</a:t>
            </a:fld>
            <a:endParaRPr kumimoji="1" lang="ja-JP" altLang="en-US" dirty="0"/>
          </a:p>
        </p:txBody>
      </p:sp>
    </p:spTree>
    <p:extLst>
      <p:ext uri="{BB962C8B-B14F-4D97-AF65-F5344CB8AC3E}">
        <p14:creationId xmlns:p14="http://schemas.microsoft.com/office/powerpoint/2010/main" val="442320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3</a:t>
            </a:fld>
            <a:endParaRPr kumimoji="1" lang="ja-JP" altLang="en-US" dirty="0"/>
          </a:p>
        </p:txBody>
      </p:sp>
    </p:spTree>
    <p:extLst>
      <p:ext uri="{BB962C8B-B14F-4D97-AF65-F5344CB8AC3E}">
        <p14:creationId xmlns:p14="http://schemas.microsoft.com/office/powerpoint/2010/main" val="2747274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5</a:t>
            </a:fld>
            <a:endParaRPr kumimoji="1" lang="ja-JP" altLang="en-US" dirty="0"/>
          </a:p>
        </p:txBody>
      </p:sp>
    </p:spTree>
    <p:extLst>
      <p:ext uri="{BB962C8B-B14F-4D97-AF65-F5344CB8AC3E}">
        <p14:creationId xmlns:p14="http://schemas.microsoft.com/office/powerpoint/2010/main" val="2671839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6</a:t>
            </a:fld>
            <a:endParaRPr kumimoji="1" lang="ja-JP" altLang="en-US" dirty="0"/>
          </a:p>
        </p:txBody>
      </p:sp>
    </p:spTree>
    <p:extLst>
      <p:ext uri="{BB962C8B-B14F-4D97-AF65-F5344CB8AC3E}">
        <p14:creationId xmlns:p14="http://schemas.microsoft.com/office/powerpoint/2010/main" val="4203815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7</a:t>
            </a:fld>
            <a:endParaRPr kumimoji="1" lang="ja-JP" altLang="en-US" dirty="0"/>
          </a:p>
        </p:txBody>
      </p:sp>
    </p:spTree>
    <p:extLst>
      <p:ext uri="{BB962C8B-B14F-4D97-AF65-F5344CB8AC3E}">
        <p14:creationId xmlns:p14="http://schemas.microsoft.com/office/powerpoint/2010/main" val="1224987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9</a:t>
            </a:fld>
            <a:endParaRPr kumimoji="1" lang="ja-JP" altLang="en-US" dirty="0"/>
          </a:p>
        </p:txBody>
      </p:sp>
    </p:spTree>
    <p:extLst>
      <p:ext uri="{BB962C8B-B14F-4D97-AF65-F5344CB8AC3E}">
        <p14:creationId xmlns:p14="http://schemas.microsoft.com/office/powerpoint/2010/main" val="2874944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10</a:t>
            </a:fld>
            <a:endParaRPr kumimoji="1" lang="ja-JP" altLang="en-US" dirty="0"/>
          </a:p>
        </p:txBody>
      </p:sp>
    </p:spTree>
    <p:extLst>
      <p:ext uri="{BB962C8B-B14F-4D97-AF65-F5344CB8AC3E}">
        <p14:creationId xmlns:p14="http://schemas.microsoft.com/office/powerpoint/2010/main" val="3475911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11</a:t>
            </a:fld>
            <a:endParaRPr kumimoji="1" lang="ja-JP" altLang="en-US" dirty="0"/>
          </a:p>
        </p:txBody>
      </p:sp>
    </p:spTree>
    <p:extLst>
      <p:ext uri="{BB962C8B-B14F-4D97-AF65-F5344CB8AC3E}">
        <p14:creationId xmlns:p14="http://schemas.microsoft.com/office/powerpoint/2010/main" val="4055841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12</a:t>
            </a:fld>
            <a:endParaRPr kumimoji="1" lang="ja-JP" altLang="en-US" dirty="0"/>
          </a:p>
        </p:txBody>
      </p:sp>
    </p:spTree>
    <p:extLst>
      <p:ext uri="{BB962C8B-B14F-4D97-AF65-F5344CB8AC3E}">
        <p14:creationId xmlns:p14="http://schemas.microsoft.com/office/powerpoint/2010/main" val="3912970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13</a:t>
            </a:fld>
            <a:endParaRPr kumimoji="1" lang="ja-JP" altLang="en-US" dirty="0"/>
          </a:p>
        </p:txBody>
      </p:sp>
    </p:spTree>
    <p:extLst>
      <p:ext uri="{BB962C8B-B14F-4D97-AF65-F5344CB8AC3E}">
        <p14:creationId xmlns:p14="http://schemas.microsoft.com/office/powerpoint/2010/main" val="1958411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15</a:t>
            </a:fld>
            <a:endParaRPr kumimoji="1" lang="ja-JP" altLang="en-US" dirty="0"/>
          </a:p>
        </p:txBody>
      </p:sp>
    </p:spTree>
    <p:extLst>
      <p:ext uri="{BB962C8B-B14F-4D97-AF65-F5344CB8AC3E}">
        <p14:creationId xmlns:p14="http://schemas.microsoft.com/office/powerpoint/2010/main" val="3859866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18</a:t>
            </a:fld>
            <a:endParaRPr kumimoji="1" lang="ja-JP" altLang="en-US" dirty="0"/>
          </a:p>
        </p:txBody>
      </p:sp>
    </p:spTree>
    <p:extLst>
      <p:ext uri="{BB962C8B-B14F-4D97-AF65-F5344CB8AC3E}">
        <p14:creationId xmlns:p14="http://schemas.microsoft.com/office/powerpoint/2010/main" val="1065542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19</a:t>
            </a:fld>
            <a:endParaRPr kumimoji="1" lang="ja-JP" altLang="en-US" dirty="0"/>
          </a:p>
        </p:txBody>
      </p:sp>
    </p:spTree>
    <p:extLst>
      <p:ext uri="{BB962C8B-B14F-4D97-AF65-F5344CB8AC3E}">
        <p14:creationId xmlns:p14="http://schemas.microsoft.com/office/powerpoint/2010/main" val="9579930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20</a:t>
            </a:fld>
            <a:endParaRPr kumimoji="1" lang="ja-JP" altLang="en-US" dirty="0"/>
          </a:p>
        </p:txBody>
      </p:sp>
    </p:spTree>
    <p:extLst>
      <p:ext uri="{BB962C8B-B14F-4D97-AF65-F5344CB8AC3E}">
        <p14:creationId xmlns:p14="http://schemas.microsoft.com/office/powerpoint/2010/main" val="35094297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0644275-5C74-4E59-8F01-9B0DD8D2F6FE}" type="slidenum">
              <a:rPr kumimoji="1" lang="ja-JP" altLang="en-US" smtClean="0"/>
              <a:pPr/>
              <a:t>21</a:t>
            </a:fld>
            <a:endParaRPr kumimoji="1" lang="ja-JP" altLang="en-US" dirty="0"/>
          </a:p>
        </p:txBody>
      </p:sp>
    </p:spTree>
    <p:extLst>
      <p:ext uri="{BB962C8B-B14F-4D97-AF65-F5344CB8AC3E}">
        <p14:creationId xmlns:p14="http://schemas.microsoft.com/office/powerpoint/2010/main" val="199376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373C9-EA54-51F7-93BD-68A13BB3849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DDC626-DA2F-1B5A-63A7-280972BF62F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674087B-A53F-F807-F187-24FAF1BEA45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0BE332-E131-A8CB-CCFD-F3F02A69512D}"/>
              </a:ext>
            </a:extLst>
          </p:cNvPr>
          <p:cNvSpPr>
            <a:spLocks noGrp="1"/>
          </p:cNvSpPr>
          <p:nvPr>
            <p:ph type="sldNum" sz="quarter" idx="5"/>
          </p:nvPr>
        </p:nvSpPr>
        <p:spPr/>
        <p:txBody>
          <a:bodyPr/>
          <a:lstStyle/>
          <a:p>
            <a:fld id="{C0644275-5C74-4E59-8F01-9B0DD8D2F6FE}" type="slidenum">
              <a:rPr kumimoji="1" lang="ja-JP" altLang="en-US" smtClean="0"/>
              <a:pPr/>
              <a:t>22</a:t>
            </a:fld>
            <a:endParaRPr kumimoji="1" lang="ja-JP" altLang="en-US" dirty="0"/>
          </a:p>
        </p:txBody>
      </p:sp>
    </p:spTree>
    <p:extLst>
      <p:ext uri="{BB962C8B-B14F-4D97-AF65-F5344CB8AC3E}">
        <p14:creationId xmlns:p14="http://schemas.microsoft.com/office/powerpoint/2010/main" val="1081792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D708F9C0-B03E-4ABD-81EF-A8BB7439D621}"/>
              </a:ext>
            </a:extLst>
          </p:cNvPr>
          <p:cNvSpPr/>
          <p:nvPr userDrawn="1"/>
        </p:nvSpPr>
        <p:spPr>
          <a:xfrm>
            <a:off x="6874213" y="0"/>
            <a:ext cx="2269787" cy="5143500"/>
          </a:xfrm>
          <a:prstGeom prst="rect">
            <a:avLst/>
          </a:prstGeom>
          <a:solidFill>
            <a:srgbClr val="00E7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2" name="Title 1"/>
          <p:cNvSpPr>
            <a:spLocks noGrp="1"/>
          </p:cNvSpPr>
          <p:nvPr>
            <p:ph type="ctrTitle"/>
          </p:nvPr>
        </p:nvSpPr>
        <p:spPr>
          <a:xfrm>
            <a:off x="233999" y="1116000"/>
            <a:ext cx="6575364" cy="1440000"/>
          </a:xfrm>
        </p:spPr>
        <p:txBody>
          <a:bodyPr anchor="b">
            <a:noAutofit/>
          </a:bodyPr>
          <a:lstStyle>
            <a:lvl1pPr algn="l">
              <a:defRPr sz="3200">
                <a:solidFill>
                  <a:schemeClr val="tx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233999" y="3067200"/>
            <a:ext cx="6575363" cy="1260000"/>
          </a:xfrm>
        </p:spPr>
        <p:txBody>
          <a:bodyPr anchor="t" anchorCtr="0">
            <a:noAutofit/>
          </a:bodyPr>
          <a:lstStyle>
            <a:lvl1pPr marL="0" indent="0" algn="l">
              <a:buNone/>
              <a:defRPr sz="24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altLang="ja-JP" dirty="0"/>
          </a:p>
        </p:txBody>
      </p:sp>
      <p:sp>
        <p:nvSpPr>
          <p:cNvPr id="17" name="Slide Number Placeholder 5">
            <a:extLst>
              <a:ext uri="{FF2B5EF4-FFF2-40B4-BE49-F238E27FC236}">
                <a16:creationId xmlns:a16="http://schemas.microsoft.com/office/drawing/2014/main" id="{F2A2B3EE-7C59-4DF5-A28E-640979443623}"/>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spTree>
    <p:extLst>
      <p:ext uri="{BB962C8B-B14F-4D97-AF65-F5344CB8AC3E}">
        <p14:creationId xmlns:p14="http://schemas.microsoft.com/office/powerpoint/2010/main" val="112964187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7D431003-5452-43E8-91F6-5795452BC861}"/>
              </a:ext>
            </a:extLst>
          </p:cNvPr>
          <p:cNvSpPr/>
          <p:nvPr userDrawn="1"/>
        </p:nvSpPr>
        <p:spPr>
          <a:xfrm>
            <a:off x="0" y="0"/>
            <a:ext cx="9144000" cy="5143500"/>
          </a:xfrm>
          <a:prstGeom prst="rect">
            <a:avLst/>
          </a:prstGeom>
          <a:solidFill>
            <a:srgbClr val="00E7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2" name="Title 1"/>
          <p:cNvSpPr>
            <a:spLocks noGrp="1"/>
          </p:cNvSpPr>
          <p:nvPr>
            <p:ph type="ctrTitle"/>
          </p:nvPr>
        </p:nvSpPr>
        <p:spPr>
          <a:xfrm>
            <a:off x="234000" y="1116000"/>
            <a:ext cx="8280000" cy="1440000"/>
          </a:xfrm>
        </p:spPr>
        <p:txBody>
          <a:bodyPr anchor="b">
            <a:noAutofit/>
          </a:bodyPr>
          <a:lstStyle>
            <a:lvl1pPr algn="l">
              <a:defRPr sz="3200">
                <a:solidFill>
                  <a:schemeClr val="tx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234000" y="2710800"/>
            <a:ext cx="8280000" cy="1447200"/>
          </a:xfrm>
        </p:spPr>
        <p:txBody>
          <a:bodyPr>
            <a:no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11" name="Slide Number Placeholder 5">
            <a:extLst>
              <a:ext uri="{FF2B5EF4-FFF2-40B4-BE49-F238E27FC236}">
                <a16:creationId xmlns:a16="http://schemas.microsoft.com/office/drawing/2014/main" id="{67F34FAF-5899-4FCC-97CF-1CDD972A664B}"/>
              </a:ext>
            </a:extLst>
          </p:cNvPr>
          <p:cNvSpPr>
            <a:spLocks noGrp="1"/>
          </p:cNvSpPr>
          <p:nvPr>
            <p:ph type="sldNum" sz="quarter" idx="4"/>
          </p:nvPr>
        </p:nvSpPr>
        <p:spPr bwMode="gray">
          <a:xfrm>
            <a:off x="4302000" y="4805463"/>
            <a:ext cx="540000" cy="265889"/>
          </a:xfrm>
          <a:prstGeom prst="rect">
            <a:avLst/>
          </a:prstGeom>
        </p:spPr>
        <p:txBody>
          <a:bodyPr vert="horz" lIns="0" tIns="0" rIns="0" bIns="0" rtlCol="0" anchor="ctr"/>
          <a:lstStyle>
            <a:lvl1pPr algn="ctr">
              <a:defRPr sz="1200" baseline="0">
                <a:solidFill>
                  <a:schemeClr val="tx1"/>
                </a:solidFill>
                <a:latin typeface="Times New Roman" panose="02020603050405020304" pitchFamily="18" charset="0"/>
                <a:ea typeface="メイリオ" panose="020B0604030504040204" pitchFamily="50" charset="-128"/>
                <a:cs typeface="Arial" panose="020B0604020202020204" pitchFamily="34" charset="0"/>
              </a:defRPr>
            </a:lvl1pPr>
          </a:lstStyle>
          <a:p>
            <a:fld id="{4D029D89-7B63-4C94-AD4D-2E4D6BB83637}" type="slidenum">
              <a:rPr kumimoji="1" lang="ja-JP" altLang="en-US" smtClean="0"/>
              <a:pPr/>
              <a:t>‹#›</a:t>
            </a:fld>
            <a:endParaRPr kumimoji="1" lang="ja-JP" altLang="en-US" dirty="0"/>
          </a:p>
        </p:txBody>
      </p:sp>
    </p:spTree>
    <p:extLst>
      <p:ext uri="{BB962C8B-B14F-4D97-AF65-F5344CB8AC3E}">
        <p14:creationId xmlns:p14="http://schemas.microsoft.com/office/powerpoint/2010/main" val="640529830"/>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a:xfrm>
            <a:off x="234000" y="0"/>
            <a:ext cx="6685609" cy="687600"/>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8" name="Slide Number Placeholder 5">
            <a:extLst>
              <a:ext uri="{FF2B5EF4-FFF2-40B4-BE49-F238E27FC236}">
                <a16:creationId xmlns:a16="http://schemas.microsoft.com/office/drawing/2014/main" id="{C65141DF-701C-41EB-B436-0296F415C178}"/>
              </a:ext>
            </a:extLst>
          </p:cNvPr>
          <p:cNvSpPr>
            <a:spLocks noGrp="1"/>
          </p:cNvSpPr>
          <p:nvPr>
            <p:ph type="sldNum" sz="quarter" idx="4"/>
          </p:nvPr>
        </p:nvSpPr>
        <p:spPr bwMode="gray">
          <a:xfrm>
            <a:off x="4302000" y="4805463"/>
            <a:ext cx="540000" cy="265889"/>
          </a:xfrm>
          <a:prstGeom prst="rect">
            <a:avLst/>
          </a:prstGeom>
        </p:spPr>
        <p:txBody>
          <a:bodyPr vert="horz" lIns="0" tIns="0" rIns="0" bIns="0" rtlCol="0" anchor="ctr"/>
          <a:lstStyle>
            <a:lvl1pPr algn="ctr">
              <a:defRPr sz="1200" baseline="0">
                <a:solidFill>
                  <a:schemeClr val="tx1"/>
                </a:solidFill>
                <a:latin typeface="Times New Roman" panose="02020603050405020304" pitchFamily="18" charset="0"/>
                <a:cs typeface="Arial" panose="020B0604020202020204" pitchFamily="34" charset="0"/>
              </a:defRPr>
            </a:lvl1pPr>
          </a:lstStyle>
          <a:p>
            <a:fld id="{4D029D89-7B63-4C94-AD4D-2E4D6BB83637}" type="slidenum">
              <a:rPr kumimoji="1" lang="ja-JP" altLang="en-US" smtClean="0"/>
              <a:pPr/>
              <a:t>‹#›</a:t>
            </a:fld>
            <a:endParaRPr kumimoji="1" lang="ja-JP" altLang="en-US" dirty="0"/>
          </a:p>
        </p:txBody>
      </p:sp>
    </p:spTree>
    <p:extLst>
      <p:ext uri="{BB962C8B-B14F-4D97-AF65-F5344CB8AC3E}">
        <p14:creationId xmlns:p14="http://schemas.microsoft.com/office/powerpoint/2010/main" val="1181978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a:xfrm>
            <a:off x="234000" y="0"/>
            <a:ext cx="6692094" cy="687600"/>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8" name="Slide Number Placeholder 5">
            <a:extLst>
              <a:ext uri="{FF2B5EF4-FFF2-40B4-BE49-F238E27FC236}">
                <a16:creationId xmlns:a16="http://schemas.microsoft.com/office/drawing/2014/main" id="{08B49C1F-04E6-4106-8F00-66058D90681A}"/>
              </a:ext>
            </a:extLst>
          </p:cNvPr>
          <p:cNvSpPr>
            <a:spLocks noGrp="1"/>
          </p:cNvSpPr>
          <p:nvPr>
            <p:ph type="sldNum" sz="quarter" idx="4"/>
          </p:nvPr>
        </p:nvSpPr>
        <p:spPr bwMode="gray">
          <a:xfrm>
            <a:off x="4302000" y="4805463"/>
            <a:ext cx="540000" cy="265889"/>
          </a:xfrm>
          <a:prstGeom prst="rect">
            <a:avLst/>
          </a:prstGeom>
        </p:spPr>
        <p:txBody>
          <a:bodyPr vert="horz" lIns="0" tIns="0" rIns="0" bIns="0" rtlCol="0" anchor="ctr"/>
          <a:lstStyle>
            <a:lvl1pPr algn="ctr">
              <a:defRPr sz="1200" baseline="0">
                <a:solidFill>
                  <a:schemeClr val="tx1"/>
                </a:solidFill>
                <a:latin typeface="Times New Roman" panose="02020603050405020304" pitchFamily="18" charset="0"/>
                <a:cs typeface="Arial" panose="020B0604020202020204" pitchFamily="34" charset="0"/>
              </a:defRPr>
            </a:lvl1pPr>
          </a:lstStyle>
          <a:p>
            <a:fld id="{4D029D89-7B63-4C94-AD4D-2E4D6BB83637}" type="slidenum">
              <a:rPr kumimoji="1" lang="ja-JP" altLang="en-US" smtClean="0"/>
              <a:pPr/>
              <a:t>‹#›</a:t>
            </a:fld>
            <a:endParaRPr kumimoji="1" lang="ja-JP" altLang="en-US" dirty="0"/>
          </a:p>
        </p:txBody>
      </p:sp>
    </p:spTree>
    <p:extLst>
      <p:ext uri="{BB962C8B-B14F-4D97-AF65-F5344CB8AC3E}">
        <p14:creationId xmlns:p14="http://schemas.microsoft.com/office/powerpoint/2010/main" val="1506997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234000" y="0"/>
            <a:ext cx="6685609" cy="687600"/>
          </a:xfrm>
        </p:spPr>
        <p:txBody>
          <a:bodyPr/>
          <a:lstStyle/>
          <a:p>
            <a:r>
              <a:rPr lang="ja-JP" altLang="en-US"/>
              <a:t>マスター タイトルの書式設定</a:t>
            </a:r>
            <a:endParaRPr lang="en-US" dirty="0"/>
          </a:p>
        </p:txBody>
      </p:sp>
      <p:sp>
        <p:nvSpPr>
          <p:cNvPr id="5" name="Slide Number Placeholder 5">
            <a:extLst>
              <a:ext uri="{FF2B5EF4-FFF2-40B4-BE49-F238E27FC236}">
                <a16:creationId xmlns:a16="http://schemas.microsoft.com/office/drawing/2014/main" id="{29DF87A6-DCE7-4D8E-9E35-54CD7B854EB9}"/>
              </a:ext>
            </a:extLst>
          </p:cNvPr>
          <p:cNvSpPr>
            <a:spLocks noGrp="1"/>
          </p:cNvSpPr>
          <p:nvPr>
            <p:ph type="sldNum" sz="quarter" idx="4"/>
          </p:nvPr>
        </p:nvSpPr>
        <p:spPr bwMode="gray">
          <a:xfrm>
            <a:off x="4302000" y="4805463"/>
            <a:ext cx="540000" cy="265889"/>
          </a:xfrm>
          <a:prstGeom prst="rect">
            <a:avLst/>
          </a:prstGeom>
        </p:spPr>
        <p:txBody>
          <a:bodyPr vert="horz" lIns="0" tIns="0" rIns="0" bIns="0" rtlCol="0" anchor="ctr"/>
          <a:lstStyle>
            <a:lvl1pPr algn="ctr">
              <a:defRPr sz="1200" baseline="0">
                <a:solidFill>
                  <a:schemeClr val="tx1"/>
                </a:solidFill>
                <a:latin typeface="Times New Roman" panose="02020603050405020304" pitchFamily="18" charset="0"/>
                <a:cs typeface="Arial" panose="020B0604020202020204" pitchFamily="34" charset="0"/>
              </a:defRPr>
            </a:lvl1pPr>
          </a:lstStyle>
          <a:p>
            <a:fld id="{4D029D89-7B63-4C94-AD4D-2E4D6BB83637}" type="slidenum">
              <a:rPr kumimoji="1" lang="ja-JP" altLang="en-US" smtClean="0"/>
              <a:pPr/>
              <a:t>‹#›</a:t>
            </a:fld>
            <a:endParaRPr kumimoji="1" lang="ja-JP" altLang="en-US" dirty="0"/>
          </a:p>
        </p:txBody>
      </p:sp>
    </p:spTree>
    <p:extLst>
      <p:ext uri="{BB962C8B-B14F-4D97-AF65-F5344CB8AC3E}">
        <p14:creationId xmlns:p14="http://schemas.microsoft.com/office/powerpoint/2010/main" val="233467769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8CA31111-72AC-4540-8598-6B2D0B11659B}"/>
              </a:ext>
            </a:extLst>
          </p:cNvPr>
          <p:cNvSpPr/>
          <p:nvPr userDrawn="1"/>
        </p:nvSpPr>
        <p:spPr>
          <a:xfrm>
            <a:off x="6880698" y="0"/>
            <a:ext cx="2263302" cy="5143500"/>
          </a:xfrm>
          <a:prstGeom prst="rect">
            <a:avLst/>
          </a:prstGeom>
          <a:solidFill>
            <a:srgbClr val="00E7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15" name="Slide Number Placeholder 5">
            <a:extLst>
              <a:ext uri="{FF2B5EF4-FFF2-40B4-BE49-F238E27FC236}">
                <a16:creationId xmlns:a16="http://schemas.microsoft.com/office/drawing/2014/main" id="{7D8338C9-50E0-476B-A1C1-2CD93525E330}"/>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bg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sp>
        <p:nvSpPr>
          <p:cNvPr id="14" name="テキスト ボックス 13">
            <a:extLst>
              <a:ext uri="{FF2B5EF4-FFF2-40B4-BE49-F238E27FC236}">
                <a16:creationId xmlns:a16="http://schemas.microsoft.com/office/drawing/2014/main" id="{E8D4A2A5-1915-4F3E-BD41-D723F919F40C}"/>
              </a:ext>
            </a:extLst>
          </p:cNvPr>
          <p:cNvSpPr txBox="1"/>
          <p:nvPr userDrawn="1"/>
        </p:nvSpPr>
        <p:spPr>
          <a:xfrm>
            <a:off x="6809362" y="4940177"/>
            <a:ext cx="2334638" cy="200055"/>
          </a:xfrm>
          <a:prstGeom prst="rect">
            <a:avLst/>
          </a:prstGeom>
          <a:noFill/>
        </p:spPr>
        <p:txBody>
          <a:bodyPr wrap="square" rtlCol="0">
            <a:spAutoFit/>
          </a:bodyPr>
          <a:lstStyle/>
          <a:p>
            <a:pPr algn="r"/>
            <a:r>
              <a:rPr lang="en-US" altLang="ja-JP" sz="700" dirty="0"/>
              <a:t>© 2023 Hiroshima Prefecture. All rights reserved.</a:t>
            </a:r>
            <a:endParaRPr kumimoji="1" lang="ja-JP" altLang="en-US" sz="700" dirty="0"/>
          </a:p>
        </p:txBody>
      </p:sp>
      <p:sp>
        <p:nvSpPr>
          <p:cNvPr id="9" name="正方形/長方形 8">
            <a:extLst>
              <a:ext uri="{FF2B5EF4-FFF2-40B4-BE49-F238E27FC236}">
                <a16:creationId xmlns:a16="http://schemas.microsoft.com/office/drawing/2014/main" id="{97C4AF0D-95A2-45DB-8885-315F831EDA20}"/>
              </a:ext>
            </a:extLst>
          </p:cNvPr>
          <p:cNvSpPr/>
          <p:nvPr userDrawn="1"/>
        </p:nvSpPr>
        <p:spPr>
          <a:xfrm>
            <a:off x="6874213" y="0"/>
            <a:ext cx="2269787" cy="5143500"/>
          </a:xfrm>
          <a:prstGeom prst="rect">
            <a:avLst/>
          </a:prstGeom>
          <a:solidFill>
            <a:srgbClr val="00E7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pic>
        <p:nvPicPr>
          <p:cNvPr id="2" name="図 1">
            <a:extLst>
              <a:ext uri="{FF2B5EF4-FFF2-40B4-BE49-F238E27FC236}">
                <a16:creationId xmlns:a16="http://schemas.microsoft.com/office/drawing/2014/main" id="{45B73585-FD00-D04E-2C11-961BCD516F72}"/>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273343" y="209637"/>
            <a:ext cx="1690733" cy="304462"/>
          </a:xfrm>
          <a:prstGeom prst="rect">
            <a:avLst/>
          </a:prstGeom>
          <a:solidFill>
            <a:srgbClr val="00E7EF"/>
          </a:solidFill>
        </p:spPr>
      </p:pic>
    </p:spTree>
    <p:extLst>
      <p:ext uri="{BB962C8B-B14F-4D97-AF65-F5344CB8AC3E}">
        <p14:creationId xmlns:p14="http://schemas.microsoft.com/office/powerpoint/2010/main" val="1735700369"/>
      </p:ext>
    </p:extLst>
  </p:cSld>
  <p:clrMapOvr>
    <a:masterClrMapping/>
  </p:clrMapOvr>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8AC9C8F6-653F-4247-8137-AAA15CB89CD8}"/>
              </a:ext>
            </a:extLst>
          </p:cNvPr>
          <p:cNvSpPr/>
          <p:nvPr userDrawn="1"/>
        </p:nvSpPr>
        <p:spPr>
          <a:xfrm>
            <a:off x="0" y="2204"/>
            <a:ext cx="9144000" cy="719328"/>
          </a:xfrm>
          <a:prstGeom prst="rect">
            <a:avLst/>
          </a:prstGeom>
          <a:solidFill>
            <a:srgbClr val="00E7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ln>
                <a:noFill/>
              </a:ln>
              <a:solidFill>
                <a:schemeClr val="tx1"/>
              </a:solidFill>
            </a:endParaRPr>
          </a:p>
        </p:txBody>
      </p:sp>
      <p:sp>
        <p:nvSpPr>
          <p:cNvPr id="2" name="Title Placeholder 1"/>
          <p:cNvSpPr>
            <a:spLocks noGrp="1"/>
          </p:cNvSpPr>
          <p:nvPr>
            <p:ph type="title"/>
          </p:nvPr>
        </p:nvSpPr>
        <p:spPr bwMode="gray">
          <a:xfrm>
            <a:off x="234000" y="0"/>
            <a:ext cx="6664823" cy="687600"/>
          </a:xfrm>
          <a:prstGeom prst="rect">
            <a:avLst/>
          </a:prstGeom>
        </p:spPr>
        <p:txBody>
          <a:bodyPr vert="horz" lIns="0" tIns="108000" rIns="0" bIns="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a:t>
            </a:r>
            <a:r>
              <a:rPr lang="en-US" altLang="ja-JP" dirty="0"/>
              <a:t>2</a:t>
            </a:r>
            <a:r>
              <a:rPr lang="ja-JP" altLang="en-US" dirty="0"/>
              <a:t> レベル</a:t>
            </a:r>
          </a:p>
          <a:p>
            <a:pPr lvl="2"/>
            <a:r>
              <a:rPr lang="ja-JP" altLang="en-US" dirty="0"/>
              <a:t>第</a:t>
            </a:r>
            <a:r>
              <a:rPr lang="en-US" altLang="ja-JP" dirty="0"/>
              <a:t>3</a:t>
            </a:r>
            <a:r>
              <a:rPr lang="ja-JP" altLang="en-US" dirty="0"/>
              <a:t> レベル</a:t>
            </a:r>
          </a:p>
          <a:p>
            <a:pPr lvl="3"/>
            <a:r>
              <a:rPr lang="ja-JP" altLang="en-US" dirty="0"/>
              <a:t>第</a:t>
            </a:r>
            <a:r>
              <a:rPr lang="en-US" altLang="ja-JP" dirty="0"/>
              <a:t>4</a:t>
            </a:r>
            <a:r>
              <a:rPr lang="ja-JP" altLang="en-US" dirty="0"/>
              <a:t> レベル</a:t>
            </a:r>
          </a:p>
          <a:p>
            <a:pPr lvl="4"/>
            <a:r>
              <a:rPr lang="ja-JP" altLang="en-US" dirty="0"/>
              <a:t>第</a:t>
            </a:r>
            <a:r>
              <a:rPr lang="en-US" altLang="ja-JP" dirty="0"/>
              <a:t>5</a:t>
            </a:r>
            <a:r>
              <a:rPr lang="ja-JP" altLang="en-US" dirty="0"/>
              <a:t> レベル</a:t>
            </a:r>
            <a:endParaRPr lang="en-US" altLang="ja-JP" dirty="0"/>
          </a:p>
          <a:p>
            <a:pPr lvl="5"/>
            <a:r>
              <a:rPr lang="ja-JP" altLang="en-US" dirty="0"/>
              <a:t>テキスト</a:t>
            </a:r>
            <a:endParaRPr lang="en-US" altLang="ja-JP" dirty="0"/>
          </a:p>
          <a:p>
            <a:pPr lvl="6"/>
            <a:r>
              <a:rPr lang="ja-JP" altLang="en-US" dirty="0"/>
              <a:t>テキスト</a:t>
            </a:r>
            <a:endParaRPr lang="en-US" altLang="ja-JP" dirty="0"/>
          </a:p>
          <a:p>
            <a:pPr lvl="7"/>
            <a:r>
              <a:rPr lang="ja-JP" altLang="en-US" dirty="0"/>
              <a:t>テキスト</a:t>
            </a:r>
            <a:endParaRPr lang="en-US" altLang="ja-JP" dirty="0"/>
          </a:p>
          <a:p>
            <a:pPr lvl="8"/>
            <a:r>
              <a:rPr lang="ja-JP" altLang="en-US" dirty="0"/>
              <a:t>テキスト</a:t>
            </a:r>
            <a:endParaRPr lang="en-US" dirty="0"/>
          </a:p>
        </p:txBody>
      </p:sp>
      <p:sp>
        <p:nvSpPr>
          <p:cNvPr id="18" name="Slide Number Placeholder 5">
            <a:extLst>
              <a:ext uri="{FF2B5EF4-FFF2-40B4-BE49-F238E27FC236}">
                <a16:creationId xmlns:a16="http://schemas.microsoft.com/office/drawing/2014/main" id="{00DC7B19-3A52-4E26-9964-A6ACE89649FC}"/>
              </a:ext>
            </a:extLst>
          </p:cNvPr>
          <p:cNvSpPr>
            <a:spLocks noGrp="1"/>
          </p:cNvSpPr>
          <p:nvPr>
            <p:ph type="sldNum" sz="quarter" idx="4"/>
          </p:nvPr>
        </p:nvSpPr>
        <p:spPr bwMode="gray">
          <a:xfrm>
            <a:off x="4302000" y="4805463"/>
            <a:ext cx="540000" cy="265889"/>
          </a:xfrm>
          <a:prstGeom prst="rect">
            <a:avLst/>
          </a:prstGeom>
        </p:spPr>
        <p:txBody>
          <a:bodyPr vert="horz" lIns="0" tIns="0" rIns="0" bIns="0" rtlCol="0" anchor="ctr"/>
          <a:lstStyle>
            <a:lvl1pPr algn="ctr">
              <a:defRPr sz="1200" baseline="0">
                <a:solidFill>
                  <a:schemeClr val="tx1"/>
                </a:solidFill>
                <a:latin typeface="Times New Roman" panose="02020603050405020304" pitchFamily="18" charset="0"/>
                <a:ea typeface="メイリオ" panose="020B0604030504040204" pitchFamily="50" charset="-128"/>
                <a:cs typeface="Times New Roman" panose="02020603050405020304" pitchFamily="18" charset="0"/>
              </a:defRPr>
            </a:lvl1pPr>
          </a:lstStyle>
          <a:p>
            <a:fld id="{4D029D89-7B63-4C94-AD4D-2E4D6BB83637}" type="slidenum">
              <a:rPr kumimoji="1" lang="ja-JP" altLang="en-US" smtClean="0"/>
              <a:pPr/>
              <a:t>‹#›</a:t>
            </a:fld>
            <a:endParaRPr kumimoji="1" lang="ja-JP" altLang="en-US" dirty="0"/>
          </a:p>
        </p:txBody>
      </p:sp>
    </p:spTree>
    <p:extLst>
      <p:ext uri="{BB962C8B-B14F-4D97-AF65-F5344CB8AC3E}">
        <p14:creationId xmlns:p14="http://schemas.microsoft.com/office/powerpoint/2010/main" val="4240899197"/>
      </p:ext>
    </p:extLst>
  </p:cSld>
  <p:clrMap bg1="lt1" tx1="dk1" bg2="lt2" tx2="dk2" accent1="accent1" accent2="accent2" accent3="accent3" accent4="accent4" accent5="accent5" accent6="accent6" hlink="hlink" folHlink="folHlink"/>
  <p:sldLayoutIdLst>
    <p:sldLayoutId id="2147483721" r:id="rId1"/>
    <p:sldLayoutId id="2147483699" r:id="rId2"/>
    <p:sldLayoutId id="2147483700" r:id="rId3"/>
    <p:sldLayoutId id="2147483701" r:id="rId4"/>
    <p:sldLayoutId id="2147483702" r:id="rId5"/>
    <p:sldLayoutId id="2147483722" r:id="rId6"/>
  </p:sldLayoutIdLst>
  <p:hf sldNum="0" hdr="0" dt="0"/>
  <p:txStyles>
    <p:titleStyle>
      <a:lvl1pPr algn="l" defTabSz="685800" rtl="0" eaLnBrk="1" latinLnBrk="0" hangingPunct="1">
        <a:lnSpc>
          <a:spcPct val="90000"/>
        </a:lnSpc>
        <a:spcBef>
          <a:spcPct val="0"/>
        </a:spcBef>
        <a:buNone/>
        <a:defRPr kumimoji="1" sz="2800" b="1" kern="1200" baseline="0">
          <a:solidFill>
            <a:schemeClr val="tx1"/>
          </a:solidFill>
          <a:latin typeface="Times New Roman" panose="02020603050405020304" pitchFamily="18" charset="0"/>
          <a:ea typeface="メイリオ" panose="020B0604030504040204" pitchFamily="50" charset="-128"/>
          <a:cs typeface="+mj-cs"/>
        </a:defRPr>
      </a:lvl1pPr>
    </p:titleStyle>
    <p:bodyStyle>
      <a:lvl1pPr marL="216000" indent="-216000" algn="l" defTabSz="685800" rtl="0" eaLnBrk="1" latinLnBrk="0" hangingPunct="1">
        <a:lnSpc>
          <a:spcPct val="100000"/>
        </a:lnSpc>
        <a:spcBef>
          <a:spcPts val="750"/>
        </a:spcBef>
        <a:buClr>
          <a:schemeClr val="accent4"/>
        </a:buClr>
        <a:buSzPct val="90000"/>
        <a:buFont typeface="Wingdings" panose="05000000000000000000" pitchFamily="2" charset="2"/>
        <a:buChar char="l"/>
        <a:defRPr kumimoji="1" sz="2200" kern="1200" baseline="0">
          <a:solidFill>
            <a:schemeClr val="tx1"/>
          </a:solidFill>
          <a:latin typeface="Times New Roman" panose="02020603050405020304" pitchFamily="18" charset="0"/>
          <a:ea typeface="メイリオ" panose="020B0604030504040204" pitchFamily="50" charset="-128"/>
          <a:cs typeface="+mn-cs"/>
        </a:defRPr>
      </a:lvl1pPr>
      <a:lvl2pPr marL="514350" indent="-171450" algn="l" defTabSz="685800" rtl="0" eaLnBrk="1" latinLnBrk="0" hangingPunct="1">
        <a:lnSpc>
          <a:spcPct val="100000"/>
        </a:lnSpc>
        <a:spcBef>
          <a:spcPts val="375"/>
        </a:spcBef>
        <a:buClr>
          <a:srgbClr val="6D6E70"/>
        </a:buClr>
        <a:buSzPct val="90000"/>
        <a:buFont typeface="Wingdings" panose="05000000000000000000" pitchFamily="2" charset="2"/>
        <a:buChar char="Ø"/>
        <a:defRPr kumimoji="1" sz="1800" kern="1200" baseline="0">
          <a:solidFill>
            <a:schemeClr val="tx1"/>
          </a:solidFill>
          <a:latin typeface="Times New Roman" panose="02020603050405020304" pitchFamily="18" charset="0"/>
          <a:ea typeface="メイリオ" panose="020B0604030504040204" pitchFamily="50" charset="-128"/>
          <a:cs typeface="+mn-cs"/>
        </a:defRPr>
      </a:lvl2pPr>
      <a:lvl3pPr marL="857250" indent="-171450" algn="l" defTabSz="685800" rtl="0" eaLnBrk="1" latinLnBrk="0" hangingPunct="1">
        <a:lnSpc>
          <a:spcPct val="100000"/>
        </a:lnSpc>
        <a:spcBef>
          <a:spcPts val="375"/>
        </a:spcBef>
        <a:buClr>
          <a:srgbClr val="6D6E70"/>
        </a:buClr>
        <a:buSzPct val="90000"/>
        <a:buFont typeface="Wingdings" panose="05000000000000000000" pitchFamily="2" charset="2"/>
        <a:buChar char="ü"/>
        <a:defRPr kumimoji="1" sz="1600" kern="1200" baseline="0">
          <a:solidFill>
            <a:schemeClr val="tx1"/>
          </a:solidFill>
          <a:latin typeface="Times New Roman" panose="02020603050405020304" pitchFamily="18" charset="0"/>
          <a:ea typeface="メイリオ" panose="020B0604030504040204" pitchFamily="50" charset="-128"/>
          <a:cs typeface="+mn-cs"/>
        </a:defRPr>
      </a:lvl3pPr>
      <a:lvl4pPr marL="12001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baseline="0">
          <a:solidFill>
            <a:schemeClr val="tx1"/>
          </a:solidFill>
          <a:latin typeface="Times New Roman" panose="02020603050405020304" pitchFamily="18" charset="0"/>
          <a:ea typeface="メイリオ" panose="020B0604030504040204" pitchFamily="50" charset="-128"/>
          <a:cs typeface="+mn-cs"/>
        </a:defRPr>
      </a:lvl4pPr>
      <a:lvl5pPr marL="15430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baseline="0">
          <a:solidFill>
            <a:schemeClr val="tx1"/>
          </a:solidFill>
          <a:latin typeface="Times New Roman" panose="02020603050405020304" pitchFamily="18" charset="0"/>
          <a:ea typeface="メイリオ" panose="020B0604030504040204" pitchFamily="50" charset="-128"/>
          <a:cs typeface="+mn-cs"/>
        </a:defRPr>
      </a:lvl5pPr>
      <a:lvl6pPr marL="18859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baseline="0">
          <a:solidFill>
            <a:schemeClr val="tx1"/>
          </a:solidFill>
          <a:latin typeface="Times New Roman" panose="02020603050405020304" pitchFamily="18" charset="0"/>
          <a:ea typeface="メイリオ" panose="020B0604030504040204" pitchFamily="50" charset="-128"/>
          <a:cs typeface="+mn-cs"/>
        </a:defRPr>
      </a:lvl6pPr>
      <a:lvl7pPr marL="22288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baseline="0">
          <a:solidFill>
            <a:schemeClr val="tx1"/>
          </a:solidFill>
          <a:latin typeface="Times New Roman" panose="02020603050405020304" pitchFamily="18" charset="0"/>
          <a:ea typeface="メイリオ" panose="020B0604030504040204" pitchFamily="50" charset="-128"/>
          <a:cs typeface="+mn-cs"/>
        </a:defRPr>
      </a:lvl7pPr>
      <a:lvl8pPr marL="25717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baseline="0">
          <a:solidFill>
            <a:schemeClr val="tx1"/>
          </a:solidFill>
          <a:latin typeface="Times New Roman" panose="02020603050405020304" pitchFamily="18" charset="0"/>
          <a:ea typeface="メイリオ" panose="020B0604030504040204" pitchFamily="50" charset="-128"/>
          <a:cs typeface="+mn-cs"/>
        </a:defRPr>
      </a:lvl8pPr>
      <a:lvl9pPr marL="2914650" indent="-171450" algn="l" defTabSz="685800" rtl="0" eaLnBrk="1" latinLnBrk="0" hangingPunct="1">
        <a:lnSpc>
          <a:spcPct val="100000"/>
        </a:lnSpc>
        <a:spcBef>
          <a:spcPts val="375"/>
        </a:spcBef>
        <a:buClr>
          <a:srgbClr val="6D6E70"/>
        </a:buClr>
        <a:buSzPct val="90000"/>
        <a:buFont typeface="Wingdings" panose="05000000000000000000" pitchFamily="2" charset="2"/>
        <a:buChar char="l"/>
        <a:defRPr kumimoji="1" sz="1400" kern="1200" baseline="0">
          <a:solidFill>
            <a:schemeClr val="tx1"/>
          </a:solidFill>
          <a:latin typeface="Times New Roman" panose="02020603050405020304" pitchFamily="18" charset="0"/>
          <a:ea typeface="メイリオ" panose="020B0604030504040204" pitchFamily="50" charset="-128"/>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Cogefin/MQTT_Actuator_Generator"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arduino.cc/en/software"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Cogefin/MQTT_Actuator_Control_Utility"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5A9657-0BCA-9C9B-0D22-4A47038F2E81}"/>
              </a:ext>
            </a:extLst>
          </p:cNvPr>
          <p:cNvSpPr>
            <a:spLocks noGrp="1"/>
          </p:cNvSpPr>
          <p:nvPr>
            <p:ph type="ctrTitle"/>
          </p:nvPr>
        </p:nvSpPr>
        <p:spPr/>
        <p:txBody>
          <a:bodyPr/>
          <a:lstStyle/>
          <a:p>
            <a:pPr algn="l"/>
            <a:r>
              <a:rPr kumimoji="1" lang="ja-JP" altLang="en-US" dirty="0"/>
              <a:t>開発環境構築</a:t>
            </a:r>
          </a:p>
        </p:txBody>
      </p:sp>
      <p:sp>
        <p:nvSpPr>
          <p:cNvPr id="3" name="字幕 2">
            <a:extLst>
              <a:ext uri="{FF2B5EF4-FFF2-40B4-BE49-F238E27FC236}">
                <a16:creationId xmlns:a16="http://schemas.microsoft.com/office/drawing/2014/main" id="{E144C89F-5A53-AEC2-8774-F954F32C8933}"/>
              </a:ext>
            </a:extLst>
          </p:cNvPr>
          <p:cNvSpPr>
            <a:spLocks noGrp="1"/>
          </p:cNvSpPr>
          <p:nvPr>
            <p:ph type="subTitle" idx="1"/>
          </p:nvPr>
        </p:nvSpPr>
        <p:spPr/>
        <p:txBody>
          <a:bodyPr/>
          <a:lstStyle/>
          <a:p>
            <a:pPr algn="l"/>
            <a:endParaRPr kumimoji="1" lang="ja-JP" altLang="en-US" sz="2000" dirty="0"/>
          </a:p>
        </p:txBody>
      </p:sp>
    </p:spTree>
    <p:extLst>
      <p:ext uri="{BB962C8B-B14F-4D97-AF65-F5344CB8AC3E}">
        <p14:creationId xmlns:p14="http://schemas.microsoft.com/office/powerpoint/2010/main" val="3770236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51AFD7-F112-6B69-ABAD-BDFCF8C337B3}"/>
              </a:ext>
            </a:extLst>
          </p:cNvPr>
          <p:cNvSpPr>
            <a:spLocks noGrp="1"/>
          </p:cNvSpPr>
          <p:nvPr>
            <p:ph type="title"/>
          </p:nvPr>
        </p:nvSpPr>
        <p:spPr/>
        <p:txBody>
          <a:bodyPr/>
          <a:lstStyle/>
          <a:p>
            <a:r>
              <a:rPr kumimoji="1" lang="ja-JP" altLang="en-US" dirty="0"/>
              <a:t>インストールが必要なソフトウェア</a:t>
            </a:r>
            <a:r>
              <a:rPr kumimoji="1" lang="en-US" altLang="ja-JP" dirty="0"/>
              <a:t>(1)</a:t>
            </a:r>
            <a:endParaRPr kumimoji="1" lang="ja-JP" altLang="en-US" dirty="0"/>
          </a:p>
        </p:txBody>
      </p:sp>
      <p:sp>
        <p:nvSpPr>
          <p:cNvPr id="3" name="コンテンツ プレースホルダー 2">
            <a:extLst>
              <a:ext uri="{FF2B5EF4-FFF2-40B4-BE49-F238E27FC236}">
                <a16:creationId xmlns:a16="http://schemas.microsoft.com/office/drawing/2014/main" id="{9544FD66-0385-8F5D-F31B-E007FCD88F2E}"/>
              </a:ext>
            </a:extLst>
          </p:cNvPr>
          <p:cNvSpPr>
            <a:spLocks noGrp="1"/>
          </p:cNvSpPr>
          <p:nvPr>
            <p:ph idx="1"/>
          </p:nvPr>
        </p:nvSpPr>
        <p:spPr/>
        <p:txBody>
          <a:bodyPr/>
          <a:lstStyle/>
          <a:p>
            <a:r>
              <a:rPr kumimoji="1" lang="en-US" altLang="ja-JP" dirty="0"/>
              <a:t>IoT</a:t>
            </a:r>
            <a:r>
              <a:rPr kumimoji="1" lang="ja-JP" altLang="en-US" dirty="0"/>
              <a:t>用アクチュエータ端末プログラムを生成する環境</a:t>
            </a:r>
            <a:endParaRPr kumimoji="1" lang="en-US" altLang="ja-JP" dirty="0"/>
          </a:p>
          <a:p>
            <a:pPr lvl="1"/>
            <a:r>
              <a:rPr lang="ja-JP" altLang="en-US" dirty="0"/>
              <a:t>アクチュエータ選択補助アプリ</a:t>
            </a:r>
          </a:p>
          <a:p>
            <a:pPr lvl="1"/>
            <a:r>
              <a:rPr lang="ja-JP" altLang="en-US" dirty="0"/>
              <a:t>端末仕様定義アプリ</a:t>
            </a:r>
          </a:p>
          <a:p>
            <a:pPr lvl="1"/>
            <a:r>
              <a:rPr lang="ja-JP" altLang="en-US" dirty="0"/>
              <a:t>仕様チェックアプリ</a:t>
            </a:r>
          </a:p>
          <a:p>
            <a:pPr lvl="1"/>
            <a:r>
              <a:rPr lang="ja-JP" altLang="en-US" dirty="0"/>
              <a:t>端末プログラム生成アプリ</a:t>
            </a:r>
            <a:endParaRPr lang="en-US" altLang="ja-JP" dirty="0"/>
          </a:p>
          <a:p>
            <a:pPr lvl="1"/>
            <a:r>
              <a:rPr lang="ja-JP" altLang="en-US" dirty="0"/>
              <a:t>組み立て手順書表示アプリ</a:t>
            </a:r>
          </a:p>
          <a:p>
            <a:pPr lvl="1"/>
            <a:r>
              <a:rPr lang="en-US" altLang="ja-JP" dirty="0"/>
              <a:t>Python + Python</a:t>
            </a:r>
            <a:r>
              <a:rPr lang="ja-JP" altLang="en-US" dirty="0"/>
              <a:t>用ライブラリ</a:t>
            </a:r>
            <a:endParaRPr lang="en-US" altLang="ja-JP" dirty="0"/>
          </a:p>
          <a:p>
            <a:pPr lvl="1"/>
            <a:endParaRPr kumimoji="1" lang="en-US" altLang="ja-JP" dirty="0"/>
          </a:p>
          <a:p>
            <a:r>
              <a:rPr lang="ja-JP" altLang="en-US" dirty="0"/>
              <a:t>生成されたプログラム</a:t>
            </a:r>
            <a:r>
              <a:rPr lang="en-US" altLang="ja-JP" dirty="0"/>
              <a:t>(</a:t>
            </a:r>
            <a:r>
              <a:rPr lang="ja-JP" altLang="en-US" dirty="0"/>
              <a:t>スケッチ</a:t>
            </a:r>
            <a:r>
              <a:rPr lang="en-US" altLang="ja-JP" dirty="0"/>
              <a:t>)</a:t>
            </a:r>
            <a:r>
              <a:rPr lang="ja-JP" altLang="en-US" dirty="0"/>
              <a:t>のインストール環境</a:t>
            </a:r>
            <a:endParaRPr lang="en-US" altLang="ja-JP" dirty="0"/>
          </a:p>
          <a:p>
            <a:pPr lvl="1"/>
            <a:r>
              <a:rPr lang="en-US" altLang="ja-JP" dirty="0"/>
              <a:t>Arduino IDE</a:t>
            </a:r>
          </a:p>
          <a:p>
            <a:pPr lvl="1"/>
            <a:r>
              <a:rPr lang="en-US" altLang="ja-JP" dirty="0"/>
              <a:t>Arduino</a:t>
            </a:r>
            <a:r>
              <a:rPr lang="ja-JP" altLang="en-US" dirty="0"/>
              <a:t>用ライブラリ</a:t>
            </a:r>
            <a:endParaRPr lang="en-US" altLang="ja-JP" dirty="0"/>
          </a:p>
        </p:txBody>
      </p:sp>
      <p:sp>
        <p:nvSpPr>
          <p:cNvPr id="4" name="四角形: 角を丸くする 3">
            <a:extLst>
              <a:ext uri="{FF2B5EF4-FFF2-40B4-BE49-F238E27FC236}">
                <a16:creationId xmlns:a16="http://schemas.microsoft.com/office/drawing/2014/main" id="{FE8FAB20-9BCD-6941-8BC0-3288787779DA}"/>
              </a:ext>
            </a:extLst>
          </p:cNvPr>
          <p:cNvSpPr/>
          <p:nvPr/>
        </p:nvSpPr>
        <p:spPr>
          <a:xfrm>
            <a:off x="3038815" y="4053622"/>
            <a:ext cx="5918476" cy="605214"/>
          </a:xfrm>
          <a:prstGeom prst="roundRect">
            <a:avLst/>
          </a:prstGeom>
          <a:solidFill>
            <a:srgbClr val="FFFFE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本資料では，概要のみを紹介，詳細はマニュアル参照</a:t>
            </a:r>
          </a:p>
        </p:txBody>
      </p:sp>
    </p:spTree>
    <p:extLst>
      <p:ext uri="{BB962C8B-B14F-4D97-AF65-F5344CB8AC3E}">
        <p14:creationId xmlns:p14="http://schemas.microsoft.com/office/powerpoint/2010/main" val="3581783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F6F9EC-AD3F-E0C4-CC80-0FEB660AEAD9}"/>
              </a:ext>
            </a:extLst>
          </p:cNvPr>
          <p:cNvSpPr>
            <a:spLocks noGrp="1"/>
          </p:cNvSpPr>
          <p:nvPr>
            <p:ph type="title"/>
          </p:nvPr>
        </p:nvSpPr>
        <p:spPr/>
        <p:txBody>
          <a:bodyPr/>
          <a:lstStyle/>
          <a:p>
            <a:r>
              <a:rPr lang="ja-JP" altLang="en-US" dirty="0"/>
              <a:t>インストールが必要なソフトウェア</a:t>
            </a:r>
            <a:r>
              <a:rPr lang="en-US" altLang="ja-JP" dirty="0"/>
              <a:t>(2)</a:t>
            </a:r>
            <a:endParaRPr kumimoji="1" lang="ja-JP" altLang="en-US" dirty="0"/>
          </a:p>
        </p:txBody>
      </p:sp>
      <p:sp>
        <p:nvSpPr>
          <p:cNvPr id="3" name="コンテンツ プレースホルダー 2">
            <a:extLst>
              <a:ext uri="{FF2B5EF4-FFF2-40B4-BE49-F238E27FC236}">
                <a16:creationId xmlns:a16="http://schemas.microsoft.com/office/drawing/2014/main" id="{6D229723-4765-59B5-60AF-9483C7CC7769}"/>
              </a:ext>
            </a:extLst>
          </p:cNvPr>
          <p:cNvSpPr>
            <a:spLocks noGrp="1"/>
          </p:cNvSpPr>
          <p:nvPr>
            <p:ph idx="1"/>
          </p:nvPr>
        </p:nvSpPr>
        <p:spPr/>
        <p:txBody>
          <a:bodyPr/>
          <a:lstStyle/>
          <a:p>
            <a:r>
              <a:rPr lang="en-US" altLang="ja-JP" dirty="0"/>
              <a:t>IoT</a:t>
            </a:r>
            <a:r>
              <a:rPr lang="ja-JP" altLang="en-US" dirty="0"/>
              <a:t>用プロトコル</a:t>
            </a:r>
            <a:r>
              <a:rPr lang="en-US" altLang="ja-JP" dirty="0"/>
              <a:t>(MQTT)</a:t>
            </a:r>
            <a:r>
              <a:rPr lang="ja-JP" altLang="en-US" dirty="0"/>
              <a:t>で，アクチュエータを制御する命令を送るソフトウェア</a:t>
            </a:r>
            <a:endParaRPr kumimoji="1" lang="ja-JP" altLang="en-US" dirty="0"/>
          </a:p>
        </p:txBody>
      </p:sp>
    </p:spTree>
    <p:extLst>
      <p:ext uri="{BB962C8B-B14F-4D97-AF65-F5344CB8AC3E}">
        <p14:creationId xmlns:p14="http://schemas.microsoft.com/office/powerpoint/2010/main" val="1156183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E54E40-4D2A-85E8-D94C-56DCAFD1F27C}"/>
              </a:ext>
            </a:extLst>
          </p:cNvPr>
          <p:cNvSpPr>
            <a:spLocks noGrp="1"/>
          </p:cNvSpPr>
          <p:nvPr>
            <p:ph type="ctrTitle"/>
          </p:nvPr>
        </p:nvSpPr>
        <p:spPr/>
        <p:txBody>
          <a:bodyPr/>
          <a:lstStyle/>
          <a:p>
            <a:r>
              <a:rPr kumimoji="1" lang="ja-JP" altLang="en-US" dirty="0"/>
              <a:t>プログラム生成環境のインストール</a:t>
            </a:r>
          </a:p>
        </p:txBody>
      </p:sp>
      <p:sp>
        <p:nvSpPr>
          <p:cNvPr id="3" name="字幕 2">
            <a:extLst>
              <a:ext uri="{FF2B5EF4-FFF2-40B4-BE49-F238E27FC236}">
                <a16:creationId xmlns:a16="http://schemas.microsoft.com/office/drawing/2014/main" id="{0D38631D-73EC-D232-BCD1-75EDDE0022F5}"/>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3269497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E0EE24-11FE-6262-75D4-4CF13D7B36A0}"/>
              </a:ext>
            </a:extLst>
          </p:cNvPr>
          <p:cNvSpPr>
            <a:spLocks noGrp="1"/>
          </p:cNvSpPr>
          <p:nvPr>
            <p:ph type="title"/>
          </p:nvPr>
        </p:nvSpPr>
        <p:spPr/>
        <p:txBody>
          <a:bodyPr/>
          <a:lstStyle/>
          <a:p>
            <a:r>
              <a:rPr kumimoji="1" lang="en-US" altLang="ja-JP" dirty="0" err="1"/>
              <a:t>Github</a:t>
            </a:r>
            <a:r>
              <a:rPr kumimoji="1" lang="ja-JP" altLang="en-US" dirty="0"/>
              <a:t>からソースをダウンロード</a:t>
            </a:r>
          </a:p>
        </p:txBody>
      </p:sp>
      <p:sp>
        <p:nvSpPr>
          <p:cNvPr id="3" name="コンテンツ プレースホルダー 2">
            <a:extLst>
              <a:ext uri="{FF2B5EF4-FFF2-40B4-BE49-F238E27FC236}">
                <a16:creationId xmlns:a16="http://schemas.microsoft.com/office/drawing/2014/main" id="{A7FE129E-D898-0818-AA8C-73327E9D24F8}"/>
              </a:ext>
            </a:extLst>
          </p:cNvPr>
          <p:cNvSpPr>
            <a:spLocks noGrp="1"/>
          </p:cNvSpPr>
          <p:nvPr>
            <p:ph idx="1"/>
          </p:nvPr>
        </p:nvSpPr>
        <p:spPr/>
        <p:txBody>
          <a:bodyPr/>
          <a:lstStyle/>
          <a:p>
            <a:r>
              <a:rPr kumimoji="1" lang="ja-JP" altLang="en-US" dirty="0"/>
              <a:t>ブラウザで以下の</a:t>
            </a:r>
            <a:r>
              <a:rPr kumimoji="1" lang="en-US" altLang="ja-JP" dirty="0"/>
              <a:t>URL</a:t>
            </a:r>
            <a:r>
              <a:rPr lang="ja-JP" altLang="en-US" dirty="0"/>
              <a:t>にアクセス</a:t>
            </a:r>
            <a:endParaRPr lang="en-US" altLang="ja-JP" dirty="0"/>
          </a:p>
          <a:p>
            <a:pPr lvl="1"/>
            <a:r>
              <a:rPr kumimoji="1" lang="en-US" altLang="ja-JP" dirty="0">
                <a:hlinkClick r:id="rId3"/>
              </a:rPr>
              <a:t>https://github.com/Cogefin/MQTT_Actuator_Generator</a:t>
            </a:r>
            <a:endParaRPr kumimoji="1" lang="en-US" altLang="ja-JP" dirty="0"/>
          </a:p>
          <a:p>
            <a:pPr lvl="1"/>
            <a:endParaRPr lang="en-US" altLang="ja-JP" dirty="0"/>
          </a:p>
          <a:p>
            <a:r>
              <a:rPr kumimoji="1" lang="ja-JP" altLang="en-US" dirty="0"/>
              <a:t>上記</a:t>
            </a:r>
            <a:r>
              <a:rPr kumimoji="1" lang="en-US" altLang="ja-JP" dirty="0"/>
              <a:t>URL</a:t>
            </a:r>
            <a:r>
              <a:rPr kumimoji="1" lang="ja-JP" altLang="en-US" dirty="0"/>
              <a:t>のリポジトリの</a:t>
            </a:r>
            <a:r>
              <a:rPr kumimoji="1" lang="en-US" altLang="ja-JP" dirty="0"/>
              <a:t>zip</a:t>
            </a:r>
            <a:r>
              <a:rPr kumimoji="1" lang="ja-JP" altLang="en-US" dirty="0"/>
              <a:t>ファイルをダウンロード</a:t>
            </a:r>
            <a:endParaRPr kumimoji="1" lang="en-US" altLang="ja-JP" dirty="0"/>
          </a:p>
          <a:p>
            <a:endParaRPr lang="en-US" altLang="ja-JP" dirty="0"/>
          </a:p>
          <a:p>
            <a:r>
              <a:rPr kumimoji="1" lang="ja-JP" altLang="en-US" dirty="0"/>
              <a:t>解凍したものをすぐに無くさない</a:t>
            </a:r>
            <a:r>
              <a:rPr kumimoji="1" lang="en-US" altLang="ja-JP" dirty="0"/>
              <a:t>(</a:t>
            </a:r>
            <a:r>
              <a:rPr kumimoji="1" lang="ja-JP" altLang="en-US" dirty="0"/>
              <a:t>邪魔にもならない</a:t>
            </a:r>
            <a:r>
              <a:rPr kumimoji="1" lang="en-US" altLang="ja-JP" dirty="0"/>
              <a:t>)</a:t>
            </a:r>
            <a:r>
              <a:rPr kumimoji="1" lang="ja-JP" altLang="en-US" dirty="0"/>
              <a:t>場所に移動</a:t>
            </a:r>
            <a:endParaRPr kumimoji="1" lang="en-US" altLang="ja-JP" dirty="0"/>
          </a:p>
          <a:p>
            <a:endParaRPr lang="en-US" altLang="ja-JP" dirty="0"/>
          </a:p>
          <a:p>
            <a:r>
              <a:rPr kumimoji="1" lang="ja-JP" altLang="en-US" dirty="0"/>
              <a:t>プログラムはトップディレクトリに存在</a:t>
            </a:r>
          </a:p>
        </p:txBody>
      </p:sp>
    </p:spTree>
    <p:extLst>
      <p:ext uri="{BB962C8B-B14F-4D97-AF65-F5344CB8AC3E}">
        <p14:creationId xmlns:p14="http://schemas.microsoft.com/office/powerpoint/2010/main" val="841768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869F12-85CE-C17A-F036-36BB8163E224}"/>
              </a:ext>
            </a:extLst>
          </p:cNvPr>
          <p:cNvSpPr>
            <a:spLocks noGrp="1"/>
          </p:cNvSpPr>
          <p:nvPr>
            <p:ph type="title"/>
          </p:nvPr>
        </p:nvSpPr>
        <p:spPr/>
        <p:txBody>
          <a:bodyPr>
            <a:normAutofit/>
          </a:bodyPr>
          <a:lstStyle/>
          <a:p>
            <a:r>
              <a:rPr kumimoji="1" lang="en-US" altLang="ja-JP" dirty="0" err="1"/>
              <a:t>Github</a:t>
            </a:r>
            <a:r>
              <a:rPr kumimoji="1" lang="ja-JP" altLang="en-US" dirty="0"/>
              <a:t>リポジトリの</a:t>
            </a:r>
            <a:r>
              <a:rPr kumimoji="1" lang="en-US" altLang="ja-JP" dirty="0"/>
              <a:t>Zip</a:t>
            </a:r>
            <a:r>
              <a:rPr kumimoji="1" lang="ja-JP" altLang="en-US" dirty="0"/>
              <a:t>ダウンロード方法</a:t>
            </a:r>
          </a:p>
        </p:txBody>
      </p:sp>
      <p:sp>
        <p:nvSpPr>
          <p:cNvPr id="9" name="コンテンツ プレースホルダー 8">
            <a:extLst>
              <a:ext uri="{FF2B5EF4-FFF2-40B4-BE49-F238E27FC236}">
                <a16:creationId xmlns:a16="http://schemas.microsoft.com/office/drawing/2014/main" id="{5A40E59E-89B4-9287-3668-1DBC7AE8A382}"/>
              </a:ext>
            </a:extLst>
          </p:cNvPr>
          <p:cNvSpPr>
            <a:spLocks noGrp="1"/>
          </p:cNvSpPr>
          <p:nvPr>
            <p:ph idx="1"/>
          </p:nvPr>
        </p:nvSpPr>
        <p:spPr>
          <a:xfrm>
            <a:off x="230400" y="950400"/>
            <a:ext cx="3665739" cy="3787200"/>
          </a:xfrm>
        </p:spPr>
        <p:txBody>
          <a:bodyPr/>
          <a:lstStyle/>
          <a:p>
            <a:r>
              <a:rPr lang="ja-JP" altLang="en-US" dirty="0"/>
              <a:t>リポジトリのトップでの操作</a:t>
            </a:r>
            <a:endParaRPr lang="en-US" altLang="ja-JP" dirty="0"/>
          </a:p>
          <a:p>
            <a:pPr lvl="1"/>
            <a:r>
              <a:rPr lang="ja-JP" altLang="en-US" dirty="0"/>
              <a:t>「</a:t>
            </a:r>
            <a:r>
              <a:rPr lang="en-US" altLang="ja-JP" dirty="0"/>
              <a:t>Code</a:t>
            </a:r>
            <a:r>
              <a:rPr lang="ja-JP" altLang="en-US" dirty="0"/>
              <a:t>」ボタンをクリック</a:t>
            </a:r>
            <a:endParaRPr lang="en-US" altLang="ja-JP" dirty="0"/>
          </a:p>
          <a:p>
            <a:pPr lvl="1"/>
            <a:r>
              <a:rPr lang="ja-JP" altLang="en-US" dirty="0"/>
              <a:t>「</a:t>
            </a:r>
            <a:r>
              <a:rPr lang="en-US" altLang="ja-JP" dirty="0"/>
              <a:t>Download Zip</a:t>
            </a:r>
            <a:r>
              <a:rPr lang="ja-JP" altLang="en-US" dirty="0"/>
              <a:t>」をクリック</a:t>
            </a:r>
          </a:p>
        </p:txBody>
      </p:sp>
      <p:pic>
        <p:nvPicPr>
          <p:cNvPr id="5" name="図 4">
            <a:extLst>
              <a:ext uri="{FF2B5EF4-FFF2-40B4-BE49-F238E27FC236}">
                <a16:creationId xmlns:a16="http://schemas.microsoft.com/office/drawing/2014/main" id="{9DC162C3-1AEA-0593-CA2F-AD863D5719E1}"/>
              </a:ext>
            </a:extLst>
          </p:cNvPr>
          <p:cNvPicPr>
            <a:picLocks noChangeAspect="1"/>
          </p:cNvPicPr>
          <p:nvPr/>
        </p:nvPicPr>
        <p:blipFill>
          <a:blip r:embed="rId3"/>
          <a:stretch>
            <a:fillRect/>
          </a:stretch>
        </p:blipFill>
        <p:spPr>
          <a:xfrm>
            <a:off x="4151444" y="875635"/>
            <a:ext cx="4741731" cy="3777190"/>
          </a:xfrm>
          <a:prstGeom prst="rect">
            <a:avLst/>
          </a:prstGeom>
        </p:spPr>
      </p:pic>
      <p:sp>
        <p:nvSpPr>
          <p:cNvPr id="6" name="吹き出し: 四角形 5">
            <a:extLst>
              <a:ext uri="{FF2B5EF4-FFF2-40B4-BE49-F238E27FC236}">
                <a16:creationId xmlns:a16="http://schemas.microsoft.com/office/drawing/2014/main" id="{8847C173-0C33-5453-C2A2-98AECF35A0E5}"/>
              </a:ext>
            </a:extLst>
          </p:cNvPr>
          <p:cNvSpPr/>
          <p:nvPr/>
        </p:nvSpPr>
        <p:spPr>
          <a:xfrm>
            <a:off x="6845643" y="1447676"/>
            <a:ext cx="1894613" cy="341368"/>
          </a:xfrm>
          <a:prstGeom prst="wedgeRectCallout">
            <a:avLst>
              <a:gd name="adj1" fmla="val -27478"/>
              <a:gd name="adj2" fmla="val 93557"/>
            </a:avLst>
          </a:prstGeom>
          <a:solidFill>
            <a:srgbClr val="FFFFE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a:t>
            </a:r>
            <a:r>
              <a:rPr kumimoji="1" lang="en-US" altLang="ja-JP" dirty="0">
                <a:solidFill>
                  <a:schemeClr val="tx1"/>
                </a:solidFill>
              </a:rPr>
              <a:t>Code</a:t>
            </a:r>
            <a:r>
              <a:rPr kumimoji="1" lang="ja-JP" altLang="en-US" dirty="0">
                <a:solidFill>
                  <a:schemeClr val="tx1"/>
                </a:solidFill>
              </a:rPr>
              <a:t>」ボタン</a:t>
            </a:r>
          </a:p>
        </p:txBody>
      </p:sp>
      <p:sp>
        <p:nvSpPr>
          <p:cNvPr id="7" name="四角形: 角を丸くする 6">
            <a:extLst>
              <a:ext uri="{FF2B5EF4-FFF2-40B4-BE49-F238E27FC236}">
                <a16:creationId xmlns:a16="http://schemas.microsoft.com/office/drawing/2014/main" id="{DC22536E-7957-A1DE-270D-BA5337DC130C}"/>
              </a:ext>
            </a:extLst>
          </p:cNvPr>
          <p:cNvSpPr/>
          <p:nvPr/>
        </p:nvSpPr>
        <p:spPr>
          <a:xfrm>
            <a:off x="5950674" y="3061252"/>
            <a:ext cx="1119808" cy="331305"/>
          </a:xfrm>
          <a:prstGeom prst="round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8" name="吹き出し: 四角形 7">
            <a:extLst>
              <a:ext uri="{FF2B5EF4-FFF2-40B4-BE49-F238E27FC236}">
                <a16:creationId xmlns:a16="http://schemas.microsoft.com/office/drawing/2014/main" id="{FF3F0B1F-FB2B-A21B-E45E-3639028352C3}"/>
              </a:ext>
            </a:extLst>
          </p:cNvPr>
          <p:cNvSpPr/>
          <p:nvPr/>
        </p:nvSpPr>
        <p:spPr>
          <a:xfrm>
            <a:off x="5149365" y="3562370"/>
            <a:ext cx="2895671" cy="341368"/>
          </a:xfrm>
          <a:prstGeom prst="wedgeRectCallout">
            <a:avLst>
              <a:gd name="adj1" fmla="val -9858"/>
              <a:gd name="adj2" fmla="val -83077"/>
            </a:avLst>
          </a:prstGeom>
          <a:solidFill>
            <a:srgbClr val="FFFFE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a:t>
            </a:r>
            <a:r>
              <a:rPr kumimoji="1" lang="en-US" altLang="ja-JP" dirty="0">
                <a:solidFill>
                  <a:schemeClr val="tx1"/>
                </a:solidFill>
              </a:rPr>
              <a:t>Download Zip</a:t>
            </a:r>
            <a:r>
              <a:rPr kumimoji="1" lang="ja-JP" altLang="en-US" dirty="0">
                <a:solidFill>
                  <a:schemeClr val="tx1"/>
                </a:solidFill>
              </a:rPr>
              <a:t>」ボタン</a:t>
            </a:r>
          </a:p>
        </p:txBody>
      </p:sp>
    </p:spTree>
    <p:extLst>
      <p:ext uri="{BB962C8B-B14F-4D97-AF65-F5344CB8AC3E}">
        <p14:creationId xmlns:p14="http://schemas.microsoft.com/office/powerpoint/2010/main" val="1031885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0E1C82-9CDC-C8D4-8C27-15F8F99BACFB}"/>
              </a:ext>
            </a:extLst>
          </p:cNvPr>
          <p:cNvSpPr>
            <a:spLocks noGrp="1"/>
          </p:cNvSpPr>
          <p:nvPr>
            <p:ph type="title"/>
          </p:nvPr>
        </p:nvSpPr>
        <p:spPr/>
        <p:txBody>
          <a:bodyPr/>
          <a:lstStyle/>
          <a:p>
            <a:r>
              <a:rPr kumimoji="1" lang="ja-JP" altLang="en-US" dirty="0"/>
              <a:t>マニュアルへのアクセス</a:t>
            </a:r>
          </a:p>
        </p:txBody>
      </p:sp>
      <p:sp>
        <p:nvSpPr>
          <p:cNvPr id="3" name="コンテンツ プレースホルダー 2">
            <a:extLst>
              <a:ext uri="{FF2B5EF4-FFF2-40B4-BE49-F238E27FC236}">
                <a16:creationId xmlns:a16="http://schemas.microsoft.com/office/drawing/2014/main" id="{E889E278-2CC6-DD95-A68A-9B9027EC735B}"/>
              </a:ext>
            </a:extLst>
          </p:cNvPr>
          <p:cNvSpPr>
            <a:spLocks noGrp="1"/>
          </p:cNvSpPr>
          <p:nvPr>
            <p:ph idx="1"/>
          </p:nvPr>
        </p:nvSpPr>
        <p:spPr/>
        <p:txBody>
          <a:bodyPr/>
          <a:lstStyle/>
          <a:p>
            <a:r>
              <a:rPr kumimoji="1" lang="ja-JP" altLang="en-US" dirty="0"/>
              <a:t>解凍した</a:t>
            </a:r>
            <a:r>
              <a:rPr kumimoji="1" lang="en-US" altLang="ja-JP" dirty="0"/>
              <a:t>zip</a:t>
            </a:r>
            <a:r>
              <a:rPr kumimoji="1" lang="ja-JP" altLang="en-US" dirty="0"/>
              <a:t>アーカイブの</a:t>
            </a:r>
            <a:r>
              <a:rPr lang="ja-JP" altLang="en-US" dirty="0"/>
              <a:t>「</a:t>
            </a:r>
            <a:r>
              <a:rPr lang="en-US" altLang="ja-JP" dirty="0"/>
              <a:t>Doc</a:t>
            </a:r>
            <a:r>
              <a:rPr lang="ja-JP" altLang="en-US" dirty="0"/>
              <a:t>」ディレクトリに格納</a:t>
            </a:r>
            <a:endParaRPr lang="en-US" altLang="ja-JP" dirty="0"/>
          </a:p>
          <a:p>
            <a:endParaRPr kumimoji="1" lang="en-US" altLang="ja-JP" dirty="0"/>
          </a:p>
          <a:p>
            <a:r>
              <a:rPr lang="ja-JP" altLang="en-US" dirty="0"/>
              <a:t>参照方法</a:t>
            </a:r>
            <a:endParaRPr lang="en-US" altLang="ja-JP" dirty="0"/>
          </a:p>
          <a:p>
            <a:pPr lvl="1"/>
            <a:r>
              <a:rPr lang="en-US" altLang="ja-JP" dirty="0"/>
              <a:t>Chrome</a:t>
            </a:r>
            <a:r>
              <a:rPr lang="ja-JP" altLang="en-US" dirty="0"/>
              <a:t>に機能格納</a:t>
            </a:r>
            <a:r>
              <a:rPr lang="en-US" altLang="ja-JP" dirty="0"/>
              <a:t>(</a:t>
            </a:r>
            <a:r>
              <a:rPr lang="ja-JP" altLang="en-US" dirty="0"/>
              <a:t>プラグイン</a:t>
            </a:r>
            <a:r>
              <a:rPr lang="en-US" altLang="ja-JP" dirty="0"/>
              <a:t>)</a:t>
            </a:r>
            <a:r>
              <a:rPr lang="ja-JP" altLang="en-US" dirty="0"/>
              <a:t>をインストール</a:t>
            </a:r>
            <a:endParaRPr lang="en-US" altLang="ja-JP" dirty="0"/>
          </a:p>
          <a:p>
            <a:pPr lvl="2"/>
            <a:r>
              <a:rPr lang="ja-JP" altLang="en-US" dirty="0"/>
              <a:t>「</a:t>
            </a:r>
            <a:r>
              <a:rPr lang="en-US" altLang="ja-JP" dirty="0"/>
              <a:t>Markdown Viewer</a:t>
            </a:r>
            <a:r>
              <a:rPr lang="ja-JP" altLang="en-US" dirty="0"/>
              <a:t>」もしくは「</a:t>
            </a:r>
            <a:r>
              <a:rPr lang="en-US" altLang="ja-JP" dirty="0"/>
              <a:t>Markdown Preview Plus</a:t>
            </a:r>
            <a:r>
              <a:rPr lang="ja-JP" altLang="en-US" dirty="0"/>
              <a:t>」をインストール</a:t>
            </a:r>
            <a:endParaRPr lang="en-US" altLang="ja-JP" dirty="0"/>
          </a:p>
          <a:p>
            <a:pPr lvl="1"/>
            <a:r>
              <a:rPr kumimoji="1" lang="ja-JP" altLang="en-US" dirty="0"/>
              <a:t>ブラウザで「トップディレクトリ</a:t>
            </a:r>
            <a:r>
              <a:rPr kumimoji="1" lang="en-US" altLang="ja-JP" dirty="0"/>
              <a:t>/README.md</a:t>
            </a:r>
            <a:r>
              <a:rPr kumimoji="1" lang="ja-JP" altLang="en-US" dirty="0"/>
              <a:t>」を開く</a:t>
            </a:r>
            <a:endParaRPr kumimoji="1" lang="en-US" altLang="ja-JP" dirty="0"/>
          </a:p>
          <a:p>
            <a:pPr lvl="1"/>
            <a:endParaRPr lang="en-US" altLang="ja-JP" dirty="0"/>
          </a:p>
          <a:p>
            <a:r>
              <a:rPr kumimoji="1" lang="ja-JP" altLang="en-US" dirty="0"/>
              <a:t>ドキュメント内のオペレーション</a:t>
            </a:r>
            <a:endParaRPr kumimoji="1" lang="en-US" altLang="ja-JP" dirty="0"/>
          </a:p>
          <a:p>
            <a:pPr lvl="1"/>
            <a:r>
              <a:rPr lang="ja-JP" altLang="en-US" dirty="0"/>
              <a:t>リンクを辿ることで，ブラウザ内で操作が完了</a:t>
            </a:r>
            <a:endParaRPr kumimoji="1" lang="en-US" altLang="ja-JP" dirty="0"/>
          </a:p>
          <a:p>
            <a:pPr lvl="1"/>
            <a:endParaRPr lang="en-US" altLang="ja-JP" dirty="0"/>
          </a:p>
        </p:txBody>
      </p:sp>
    </p:spTree>
    <p:extLst>
      <p:ext uri="{BB962C8B-B14F-4D97-AF65-F5344CB8AC3E}">
        <p14:creationId xmlns:p14="http://schemas.microsoft.com/office/powerpoint/2010/main" val="2116195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97286-C5DF-CE6A-3991-060B1857296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ED73BC-3FE4-6EA9-A1B2-8AE89833830A}"/>
              </a:ext>
            </a:extLst>
          </p:cNvPr>
          <p:cNvSpPr>
            <a:spLocks noGrp="1"/>
          </p:cNvSpPr>
          <p:nvPr>
            <p:ph type="ctrTitle"/>
          </p:nvPr>
        </p:nvSpPr>
        <p:spPr/>
        <p:txBody>
          <a:bodyPr/>
          <a:lstStyle/>
          <a:p>
            <a:r>
              <a:rPr kumimoji="1" lang="en-US" altLang="ja-JP" dirty="0"/>
              <a:t>Python</a:t>
            </a:r>
            <a:r>
              <a:rPr kumimoji="1" lang="ja-JP" altLang="en-US" dirty="0"/>
              <a:t>のインストール</a:t>
            </a:r>
          </a:p>
        </p:txBody>
      </p:sp>
      <p:sp>
        <p:nvSpPr>
          <p:cNvPr id="3" name="字幕 2">
            <a:extLst>
              <a:ext uri="{FF2B5EF4-FFF2-40B4-BE49-F238E27FC236}">
                <a16:creationId xmlns:a16="http://schemas.microsoft.com/office/drawing/2014/main" id="{D555FC3D-3C11-8422-F7B4-B610419555D5}"/>
              </a:ext>
            </a:extLst>
          </p:cNvPr>
          <p:cNvSpPr>
            <a:spLocks noGrp="1"/>
          </p:cNvSpPr>
          <p:nvPr>
            <p:ph type="subTitle" idx="1"/>
          </p:nvPr>
        </p:nvSpPr>
        <p:spPr/>
        <p:txBody>
          <a:bodyPr/>
          <a:lstStyle/>
          <a:p>
            <a:r>
              <a:rPr kumimoji="1" lang="en-US" altLang="ja-JP" dirty="0"/>
              <a:t>Windows</a:t>
            </a:r>
            <a:r>
              <a:rPr kumimoji="1" lang="ja-JP" altLang="en-US" dirty="0"/>
              <a:t>で説明</a:t>
            </a:r>
          </a:p>
        </p:txBody>
      </p:sp>
    </p:spTree>
    <p:extLst>
      <p:ext uri="{BB962C8B-B14F-4D97-AF65-F5344CB8AC3E}">
        <p14:creationId xmlns:p14="http://schemas.microsoft.com/office/powerpoint/2010/main" val="937523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06E44A-78D7-DEEE-EDE6-D922142F37E8}"/>
              </a:ext>
            </a:extLst>
          </p:cNvPr>
          <p:cNvSpPr>
            <a:spLocks noGrp="1"/>
          </p:cNvSpPr>
          <p:nvPr>
            <p:ph type="title"/>
          </p:nvPr>
        </p:nvSpPr>
        <p:spPr/>
        <p:txBody>
          <a:bodyPr/>
          <a:lstStyle/>
          <a:p>
            <a:r>
              <a:rPr kumimoji="1" lang="en-US" altLang="ja-JP" dirty="0"/>
              <a:t>Python</a:t>
            </a:r>
            <a:endParaRPr kumimoji="1" lang="ja-JP" altLang="en-US" dirty="0"/>
          </a:p>
        </p:txBody>
      </p:sp>
      <p:sp>
        <p:nvSpPr>
          <p:cNvPr id="3" name="テキスト ボックス 2">
            <a:extLst>
              <a:ext uri="{FF2B5EF4-FFF2-40B4-BE49-F238E27FC236}">
                <a16:creationId xmlns:a16="http://schemas.microsoft.com/office/drawing/2014/main" id="{43033B77-E035-D525-E31E-E4477BB83135}"/>
              </a:ext>
            </a:extLst>
          </p:cNvPr>
          <p:cNvSpPr txBox="1"/>
          <p:nvPr/>
        </p:nvSpPr>
        <p:spPr>
          <a:xfrm>
            <a:off x="336885" y="842210"/>
            <a:ext cx="5494453" cy="369332"/>
          </a:xfrm>
          <a:prstGeom prst="rect">
            <a:avLst/>
          </a:prstGeom>
          <a:noFill/>
        </p:spPr>
        <p:txBody>
          <a:bodyPr wrap="none" rtlCol="0">
            <a:spAutoFit/>
          </a:bodyPr>
          <a:lstStyle/>
          <a:p>
            <a:pPr algn="l"/>
            <a:r>
              <a:rPr kumimoji="1" lang="en-US" altLang="ja-JP"/>
              <a:t>https://www.python.org/downloads/windows/</a:t>
            </a:r>
            <a:endParaRPr kumimoji="1" lang="ja-JP" altLang="en-US" dirty="0"/>
          </a:p>
        </p:txBody>
      </p:sp>
      <p:pic>
        <p:nvPicPr>
          <p:cNvPr id="5" name="図 4">
            <a:extLst>
              <a:ext uri="{FF2B5EF4-FFF2-40B4-BE49-F238E27FC236}">
                <a16:creationId xmlns:a16="http://schemas.microsoft.com/office/drawing/2014/main" id="{E704F7F4-2ACD-B916-F0EF-AA4288FC8914}"/>
              </a:ext>
            </a:extLst>
          </p:cNvPr>
          <p:cNvPicPr>
            <a:picLocks noChangeAspect="1"/>
          </p:cNvPicPr>
          <p:nvPr/>
        </p:nvPicPr>
        <p:blipFill rotWithShape="1">
          <a:blip r:embed="rId3"/>
          <a:srcRect r="30116"/>
          <a:stretch/>
        </p:blipFill>
        <p:spPr>
          <a:xfrm>
            <a:off x="234000" y="1147970"/>
            <a:ext cx="3048630" cy="3475014"/>
          </a:xfrm>
          <a:prstGeom prst="rect">
            <a:avLst/>
          </a:prstGeom>
        </p:spPr>
      </p:pic>
      <p:sp>
        <p:nvSpPr>
          <p:cNvPr id="6" name="正方形/長方形 5">
            <a:extLst>
              <a:ext uri="{FF2B5EF4-FFF2-40B4-BE49-F238E27FC236}">
                <a16:creationId xmlns:a16="http://schemas.microsoft.com/office/drawing/2014/main" id="{356ADD89-21B6-9951-5D44-71CFC3452261}"/>
              </a:ext>
            </a:extLst>
          </p:cNvPr>
          <p:cNvSpPr/>
          <p:nvPr/>
        </p:nvSpPr>
        <p:spPr>
          <a:xfrm>
            <a:off x="440754" y="2782671"/>
            <a:ext cx="1302527" cy="217087"/>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8" name="テキスト ボックス 7">
            <a:extLst>
              <a:ext uri="{FF2B5EF4-FFF2-40B4-BE49-F238E27FC236}">
                <a16:creationId xmlns:a16="http://schemas.microsoft.com/office/drawing/2014/main" id="{D2618660-9410-21DD-2D02-E650DF16FEA7}"/>
              </a:ext>
            </a:extLst>
          </p:cNvPr>
          <p:cNvSpPr txBox="1"/>
          <p:nvPr/>
        </p:nvSpPr>
        <p:spPr>
          <a:xfrm>
            <a:off x="1594837" y="2761528"/>
            <a:ext cx="1800493" cy="307777"/>
          </a:xfrm>
          <a:prstGeom prst="rect">
            <a:avLst/>
          </a:prstGeom>
          <a:noFill/>
        </p:spPr>
        <p:txBody>
          <a:bodyPr wrap="none" rtlCol="0">
            <a:spAutoFit/>
          </a:bodyPr>
          <a:lstStyle/>
          <a:p>
            <a:pPr algn="l"/>
            <a:r>
              <a:rPr kumimoji="1" lang="ja-JP" altLang="en-US" sz="1400" dirty="0">
                <a:solidFill>
                  <a:srgbClr val="FF0000"/>
                </a:solidFill>
              </a:rPr>
              <a:t>「ここ」をクリック</a:t>
            </a:r>
          </a:p>
        </p:txBody>
      </p:sp>
      <p:pic>
        <p:nvPicPr>
          <p:cNvPr id="10" name="図 9">
            <a:extLst>
              <a:ext uri="{FF2B5EF4-FFF2-40B4-BE49-F238E27FC236}">
                <a16:creationId xmlns:a16="http://schemas.microsoft.com/office/drawing/2014/main" id="{B87B3D76-5EC3-72F0-0474-8886935A3CC0}"/>
              </a:ext>
            </a:extLst>
          </p:cNvPr>
          <p:cNvPicPr>
            <a:picLocks noChangeAspect="1"/>
          </p:cNvPicPr>
          <p:nvPr/>
        </p:nvPicPr>
        <p:blipFill>
          <a:blip r:embed="rId4"/>
          <a:stretch>
            <a:fillRect/>
          </a:stretch>
        </p:blipFill>
        <p:spPr>
          <a:xfrm>
            <a:off x="5189247" y="1488882"/>
            <a:ext cx="3793384" cy="3021752"/>
          </a:xfrm>
          <a:prstGeom prst="rect">
            <a:avLst/>
          </a:prstGeom>
        </p:spPr>
      </p:pic>
      <p:sp>
        <p:nvSpPr>
          <p:cNvPr id="11" name="矢印: 右 10">
            <a:extLst>
              <a:ext uri="{FF2B5EF4-FFF2-40B4-BE49-F238E27FC236}">
                <a16:creationId xmlns:a16="http://schemas.microsoft.com/office/drawing/2014/main" id="{DFD7E5E6-B6ED-55CF-F15A-946857D92048}"/>
              </a:ext>
            </a:extLst>
          </p:cNvPr>
          <p:cNvSpPr/>
          <p:nvPr/>
        </p:nvSpPr>
        <p:spPr>
          <a:xfrm>
            <a:off x="3703649" y="2761528"/>
            <a:ext cx="1295948" cy="442161"/>
          </a:xfrm>
          <a:prstGeom prst="rightArrow">
            <a:avLst/>
          </a:prstGeom>
          <a:solidFill>
            <a:srgbClr val="FFFF00"/>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12" name="テキスト ボックス 11">
            <a:extLst>
              <a:ext uri="{FF2B5EF4-FFF2-40B4-BE49-F238E27FC236}">
                <a16:creationId xmlns:a16="http://schemas.microsoft.com/office/drawing/2014/main" id="{40313AB6-8DB2-DD01-F1CD-5F08366689BA}"/>
              </a:ext>
            </a:extLst>
          </p:cNvPr>
          <p:cNvSpPr txBox="1"/>
          <p:nvPr/>
        </p:nvSpPr>
        <p:spPr>
          <a:xfrm>
            <a:off x="3395330" y="2238308"/>
            <a:ext cx="1800493" cy="523220"/>
          </a:xfrm>
          <a:prstGeom prst="rect">
            <a:avLst/>
          </a:prstGeom>
          <a:noFill/>
        </p:spPr>
        <p:txBody>
          <a:bodyPr wrap="none" rtlCol="0">
            <a:spAutoFit/>
          </a:bodyPr>
          <a:lstStyle/>
          <a:p>
            <a:pPr algn="ctr"/>
            <a:r>
              <a:rPr kumimoji="1" lang="ja-JP" altLang="en-US" sz="1400" dirty="0"/>
              <a:t>本来のダウンロード</a:t>
            </a:r>
            <a:endParaRPr kumimoji="1" lang="en-US" altLang="ja-JP" sz="1400" dirty="0"/>
          </a:p>
          <a:p>
            <a:pPr algn="ctr"/>
            <a:r>
              <a:rPr kumimoji="1" lang="ja-JP" altLang="en-US" sz="1400" dirty="0"/>
              <a:t>ページにジャンプ</a:t>
            </a:r>
          </a:p>
        </p:txBody>
      </p:sp>
    </p:spTree>
    <p:extLst>
      <p:ext uri="{BB962C8B-B14F-4D97-AF65-F5344CB8AC3E}">
        <p14:creationId xmlns:p14="http://schemas.microsoft.com/office/powerpoint/2010/main" val="2154047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D8162C-266D-98DE-6CA0-63D7026AE19F}"/>
              </a:ext>
            </a:extLst>
          </p:cNvPr>
          <p:cNvSpPr>
            <a:spLocks noGrp="1"/>
          </p:cNvSpPr>
          <p:nvPr>
            <p:ph type="title"/>
          </p:nvPr>
        </p:nvSpPr>
        <p:spPr/>
        <p:txBody>
          <a:bodyPr/>
          <a:lstStyle/>
          <a:p>
            <a:r>
              <a:rPr kumimoji="1" lang="en-US" altLang="ja-JP" dirty="0"/>
              <a:t>Python</a:t>
            </a:r>
            <a:r>
              <a:rPr kumimoji="1" lang="ja-JP" altLang="en-US" dirty="0"/>
              <a:t>ライブラリのインストール</a:t>
            </a:r>
          </a:p>
        </p:txBody>
      </p:sp>
      <p:sp>
        <p:nvSpPr>
          <p:cNvPr id="3" name="コンテンツ プレースホルダー 2">
            <a:extLst>
              <a:ext uri="{FF2B5EF4-FFF2-40B4-BE49-F238E27FC236}">
                <a16:creationId xmlns:a16="http://schemas.microsoft.com/office/drawing/2014/main" id="{461EABB6-1B73-CE2D-912B-D3ED387E6430}"/>
              </a:ext>
            </a:extLst>
          </p:cNvPr>
          <p:cNvSpPr>
            <a:spLocks noGrp="1"/>
          </p:cNvSpPr>
          <p:nvPr>
            <p:ph idx="1"/>
          </p:nvPr>
        </p:nvSpPr>
        <p:spPr/>
        <p:txBody>
          <a:bodyPr/>
          <a:lstStyle/>
          <a:p>
            <a:r>
              <a:rPr lang="ja-JP" altLang="en-US" dirty="0"/>
              <a:t>コマンドプロンプトや</a:t>
            </a:r>
            <a:r>
              <a:rPr lang="en-US" altLang="ja-JP" dirty="0"/>
              <a:t>PowerShell</a:t>
            </a:r>
            <a:r>
              <a:rPr lang="ja-JP" altLang="en-US" dirty="0"/>
              <a:t>で以下のコマンド</a:t>
            </a:r>
            <a:r>
              <a:rPr lang="en-US" altLang="ja-JP" dirty="0"/>
              <a:t>(3</a:t>
            </a:r>
            <a:r>
              <a:rPr lang="ja-JP" altLang="en-US" dirty="0"/>
              <a:t>つ</a:t>
            </a:r>
            <a:r>
              <a:rPr lang="en-US" altLang="ja-JP" dirty="0"/>
              <a:t>)</a:t>
            </a:r>
            <a:r>
              <a:rPr lang="ja-JP" altLang="en-US" dirty="0"/>
              <a:t>を実行</a:t>
            </a:r>
            <a:endParaRPr lang="en-US" altLang="ja-JP" dirty="0"/>
          </a:p>
          <a:p>
            <a:pPr lvl="1"/>
            <a:r>
              <a:rPr lang="en-US" altLang="ja-JP" dirty="0"/>
              <a:t>pip install </a:t>
            </a:r>
            <a:r>
              <a:rPr lang="en-US" altLang="ja-JP" dirty="0" err="1"/>
              <a:t>PyYAML</a:t>
            </a:r>
            <a:endParaRPr lang="en-US" altLang="ja-JP" dirty="0"/>
          </a:p>
          <a:p>
            <a:pPr lvl="1"/>
            <a:r>
              <a:rPr lang="en-US" altLang="ja-JP" dirty="0"/>
              <a:t>pip install </a:t>
            </a:r>
            <a:r>
              <a:rPr lang="en-US" altLang="ja-JP" dirty="0" err="1"/>
              <a:t>flet</a:t>
            </a:r>
            <a:endParaRPr lang="en-US" altLang="ja-JP" dirty="0"/>
          </a:p>
          <a:p>
            <a:pPr lvl="1"/>
            <a:r>
              <a:rPr lang="en-US" altLang="ja-JP" dirty="0"/>
              <a:t>pip install </a:t>
            </a:r>
            <a:r>
              <a:rPr lang="en-US" altLang="ja-JP" dirty="0" err="1"/>
              <a:t>flet</a:t>
            </a:r>
            <a:r>
              <a:rPr lang="en-US" altLang="ja-JP" dirty="0"/>
              <a:t>-multi-page --upgrade</a:t>
            </a:r>
            <a:endParaRPr lang="ja-JP" altLang="en-US" dirty="0"/>
          </a:p>
        </p:txBody>
      </p:sp>
    </p:spTree>
    <p:extLst>
      <p:ext uri="{BB962C8B-B14F-4D97-AF65-F5344CB8AC3E}">
        <p14:creationId xmlns:p14="http://schemas.microsoft.com/office/powerpoint/2010/main" val="311755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FA4A1C-670C-A769-0ADC-8958CEEEF089}"/>
              </a:ext>
            </a:extLst>
          </p:cNvPr>
          <p:cNvSpPr>
            <a:spLocks noGrp="1"/>
          </p:cNvSpPr>
          <p:nvPr>
            <p:ph type="ctrTitle"/>
          </p:nvPr>
        </p:nvSpPr>
        <p:spPr/>
        <p:txBody>
          <a:bodyPr/>
          <a:lstStyle/>
          <a:p>
            <a:r>
              <a:rPr kumimoji="1" lang="en-US" altLang="ja-JP" dirty="0"/>
              <a:t>Arduino IDE</a:t>
            </a:r>
            <a:r>
              <a:rPr kumimoji="1" lang="ja-JP" altLang="en-US" dirty="0"/>
              <a:t>のインストールとセットアップ</a:t>
            </a:r>
          </a:p>
        </p:txBody>
      </p:sp>
      <p:sp>
        <p:nvSpPr>
          <p:cNvPr id="3" name="字幕 2">
            <a:extLst>
              <a:ext uri="{FF2B5EF4-FFF2-40B4-BE49-F238E27FC236}">
                <a16:creationId xmlns:a16="http://schemas.microsoft.com/office/drawing/2014/main" id="{3A790018-BD87-A217-9DB6-C4BA29B4D32F}"/>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3309090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CF006E-90BD-5F18-648B-50763FE31866}"/>
              </a:ext>
            </a:extLst>
          </p:cNvPr>
          <p:cNvSpPr>
            <a:spLocks noGrp="1"/>
          </p:cNvSpPr>
          <p:nvPr>
            <p:ph type="title"/>
          </p:nvPr>
        </p:nvSpPr>
        <p:spPr/>
        <p:txBody>
          <a:bodyPr>
            <a:normAutofit fontScale="90000"/>
          </a:bodyPr>
          <a:lstStyle/>
          <a:p>
            <a:r>
              <a:rPr kumimoji="1" lang="en-US" altLang="ja-JP" dirty="0"/>
              <a:t>Arduino IDE</a:t>
            </a:r>
            <a:r>
              <a:rPr kumimoji="1" lang="ja-JP" altLang="en-US" dirty="0"/>
              <a:t>のダウンロードとインストール</a:t>
            </a:r>
          </a:p>
        </p:txBody>
      </p:sp>
      <p:sp>
        <p:nvSpPr>
          <p:cNvPr id="5" name="コンテンツ プレースホルダー 4">
            <a:extLst>
              <a:ext uri="{FF2B5EF4-FFF2-40B4-BE49-F238E27FC236}">
                <a16:creationId xmlns:a16="http://schemas.microsoft.com/office/drawing/2014/main" id="{8246F9E0-C82D-B4ED-C4EA-9AA2B4E89C59}"/>
              </a:ext>
            </a:extLst>
          </p:cNvPr>
          <p:cNvSpPr>
            <a:spLocks noGrp="1"/>
          </p:cNvSpPr>
          <p:nvPr>
            <p:ph idx="1"/>
          </p:nvPr>
        </p:nvSpPr>
        <p:spPr/>
        <p:txBody>
          <a:bodyPr/>
          <a:lstStyle/>
          <a:p>
            <a:r>
              <a:rPr lang="ja-JP" altLang="en-US" dirty="0"/>
              <a:t>公式サイトからダウンロードしてインストール</a:t>
            </a:r>
            <a:endParaRPr lang="en-US" altLang="ja-JP" dirty="0"/>
          </a:p>
          <a:p>
            <a:pPr lvl="1"/>
            <a:r>
              <a:rPr lang="en-US" altLang="ja-JP" dirty="0">
                <a:hlinkClick r:id="rId3"/>
              </a:rPr>
              <a:t>https://www.arduino.cc/en/software</a:t>
            </a:r>
            <a:endParaRPr lang="en-US" altLang="ja-JP" dirty="0"/>
          </a:p>
          <a:p>
            <a:endParaRPr lang="en-US" altLang="ja-JP" dirty="0"/>
          </a:p>
          <a:p>
            <a:r>
              <a:rPr lang="ja-JP" altLang="en-US" dirty="0"/>
              <a:t>対応</a:t>
            </a:r>
            <a:r>
              <a:rPr lang="en-US" altLang="ja-JP" dirty="0"/>
              <a:t>OS</a:t>
            </a:r>
          </a:p>
          <a:p>
            <a:pPr lvl="1"/>
            <a:r>
              <a:rPr lang="en-US" altLang="ja-JP" dirty="0"/>
              <a:t>Windows</a:t>
            </a:r>
          </a:p>
          <a:p>
            <a:pPr lvl="1"/>
            <a:r>
              <a:rPr lang="en-US" altLang="ja-JP" dirty="0"/>
              <a:t>MacOS</a:t>
            </a:r>
          </a:p>
          <a:p>
            <a:pPr lvl="1"/>
            <a:r>
              <a:rPr lang="en-US" altLang="ja-JP" dirty="0"/>
              <a:t>Linux</a:t>
            </a:r>
            <a:endParaRPr lang="ja-JP" altLang="en-US" dirty="0"/>
          </a:p>
        </p:txBody>
      </p:sp>
      <p:pic>
        <p:nvPicPr>
          <p:cNvPr id="4" name="図 3">
            <a:extLst>
              <a:ext uri="{FF2B5EF4-FFF2-40B4-BE49-F238E27FC236}">
                <a16:creationId xmlns:a16="http://schemas.microsoft.com/office/drawing/2014/main" id="{46F1963D-1C35-E3FA-310E-8D13C8288C3D}"/>
              </a:ext>
            </a:extLst>
          </p:cNvPr>
          <p:cNvPicPr>
            <a:picLocks noChangeAspect="1"/>
          </p:cNvPicPr>
          <p:nvPr/>
        </p:nvPicPr>
        <p:blipFill>
          <a:blip r:embed="rId4"/>
          <a:stretch>
            <a:fillRect/>
          </a:stretch>
        </p:blipFill>
        <p:spPr>
          <a:xfrm>
            <a:off x="4865062" y="1373040"/>
            <a:ext cx="4028113" cy="3221233"/>
          </a:xfrm>
          <a:prstGeom prst="rect">
            <a:avLst/>
          </a:prstGeom>
        </p:spPr>
      </p:pic>
    </p:spTree>
    <p:extLst>
      <p:ext uri="{BB962C8B-B14F-4D97-AF65-F5344CB8AC3E}">
        <p14:creationId xmlns:p14="http://schemas.microsoft.com/office/powerpoint/2010/main" val="399629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CAAC7B-F3D6-B236-6060-CFC764DFE2BB}"/>
              </a:ext>
            </a:extLst>
          </p:cNvPr>
          <p:cNvSpPr>
            <a:spLocks noGrp="1"/>
          </p:cNvSpPr>
          <p:nvPr>
            <p:ph type="title"/>
          </p:nvPr>
        </p:nvSpPr>
        <p:spPr/>
        <p:txBody>
          <a:bodyPr>
            <a:normAutofit fontScale="90000"/>
          </a:bodyPr>
          <a:lstStyle/>
          <a:p>
            <a:r>
              <a:rPr kumimoji="1" lang="ja-JP" altLang="en-US" dirty="0"/>
              <a:t>セットアップ</a:t>
            </a:r>
            <a:r>
              <a:rPr kumimoji="1" lang="en-US" altLang="ja-JP" dirty="0"/>
              <a:t>&amp;</a:t>
            </a:r>
            <a:r>
              <a:rPr kumimoji="1" lang="ja-JP" altLang="en-US" dirty="0"/>
              <a:t>追加インストールが必要な項目</a:t>
            </a:r>
          </a:p>
        </p:txBody>
      </p:sp>
      <p:sp>
        <p:nvSpPr>
          <p:cNvPr id="3" name="コンテンツ プレースホルダー 2">
            <a:extLst>
              <a:ext uri="{FF2B5EF4-FFF2-40B4-BE49-F238E27FC236}">
                <a16:creationId xmlns:a16="http://schemas.microsoft.com/office/drawing/2014/main" id="{AB202AED-ED1B-9086-065D-5381EF2A035E}"/>
              </a:ext>
            </a:extLst>
          </p:cNvPr>
          <p:cNvSpPr>
            <a:spLocks noGrp="1"/>
          </p:cNvSpPr>
          <p:nvPr>
            <p:ph idx="1"/>
          </p:nvPr>
        </p:nvSpPr>
        <p:spPr/>
        <p:txBody>
          <a:bodyPr/>
          <a:lstStyle/>
          <a:p>
            <a:r>
              <a:rPr kumimoji="1" lang="en-US" altLang="ja-JP" dirty="0"/>
              <a:t>Arduino</a:t>
            </a:r>
            <a:r>
              <a:rPr kumimoji="1" lang="ja-JP" altLang="en-US" dirty="0"/>
              <a:t>の機種に関するプラグイン</a:t>
            </a:r>
            <a:endParaRPr kumimoji="1" lang="en-US" altLang="ja-JP" dirty="0"/>
          </a:p>
          <a:p>
            <a:pPr lvl="1"/>
            <a:r>
              <a:rPr kumimoji="1" lang="en-US" altLang="ja-JP" dirty="0"/>
              <a:t>Arduino</a:t>
            </a:r>
            <a:r>
              <a:rPr kumimoji="1" lang="ja-JP" altLang="en-US" dirty="0"/>
              <a:t>公式機種の場合</a:t>
            </a:r>
            <a:endParaRPr kumimoji="1" lang="en-US" altLang="ja-JP" dirty="0"/>
          </a:p>
          <a:p>
            <a:pPr lvl="2"/>
            <a:r>
              <a:rPr lang="en-US" altLang="ja-JP" dirty="0"/>
              <a:t>IDE</a:t>
            </a:r>
            <a:r>
              <a:rPr lang="ja-JP" altLang="en-US" dirty="0"/>
              <a:t>を起動した状態で，</a:t>
            </a:r>
            <a:r>
              <a:rPr lang="en-US" altLang="ja-JP" dirty="0"/>
              <a:t>PC</a:t>
            </a:r>
            <a:r>
              <a:rPr lang="ja-JP" altLang="en-US" dirty="0"/>
              <a:t>と</a:t>
            </a:r>
            <a:r>
              <a:rPr lang="en-US" altLang="ja-JP" dirty="0"/>
              <a:t>Arduino</a:t>
            </a:r>
            <a:r>
              <a:rPr lang="ja-JP" altLang="en-US" dirty="0"/>
              <a:t>を</a:t>
            </a:r>
            <a:r>
              <a:rPr lang="en-US" altLang="ja-JP" dirty="0"/>
              <a:t>USB</a:t>
            </a:r>
            <a:r>
              <a:rPr lang="ja-JP" altLang="en-US" dirty="0"/>
              <a:t>接続すると</a:t>
            </a:r>
            <a:r>
              <a:rPr lang="en-US" altLang="ja-JP" dirty="0"/>
              <a:t>IDE</a:t>
            </a:r>
            <a:r>
              <a:rPr lang="ja-JP" altLang="en-US" dirty="0"/>
              <a:t>の画面にインストールを促すメッセージが出力される</a:t>
            </a:r>
            <a:endParaRPr lang="en-US" altLang="ja-JP" dirty="0"/>
          </a:p>
          <a:p>
            <a:pPr lvl="2"/>
            <a:r>
              <a:rPr kumimoji="1" lang="ja-JP" altLang="en-US" dirty="0"/>
              <a:t>誘導に従ってインストールすれば</a:t>
            </a:r>
            <a:r>
              <a:rPr kumimoji="1" lang="en-US" altLang="ja-JP" dirty="0"/>
              <a:t>OK</a:t>
            </a:r>
          </a:p>
          <a:p>
            <a:pPr lvl="2"/>
            <a:endParaRPr lang="en-US" altLang="ja-JP" dirty="0"/>
          </a:p>
          <a:p>
            <a:pPr lvl="1"/>
            <a:r>
              <a:rPr kumimoji="1" lang="ja-JP" altLang="en-US" dirty="0"/>
              <a:t>互換機の場合</a:t>
            </a:r>
            <a:endParaRPr kumimoji="1" lang="en-US" altLang="ja-JP" dirty="0"/>
          </a:p>
          <a:p>
            <a:pPr lvl="2"/>
            <a:r>
              <a:rPr lang="ja-JP" altLang="en-US" dirty="0"/>
              <a:t>互換機メーカーの指示に従い，</a:t>
            </a:r>
            <a:r>
              <a:rPr lang="en-US" altLang="ja-JP" dirty="0"/>
              <a:t>IDE</a:t>
            </a:r>
            <a:r>
              <a:rPr lang="ja-JP" altLang="en-US" dirty="0"/>
              <a:t>の設定画面でプラグインのインストールを行う</a:t>
            </a:r>
            <a:endParaRPr kumimoji="1" lang="en-US" altLang="ja-JP" dirty="0"/>
          </a:p>
          <a:p>
            <a:endParaRPr lang="en-US" altLang="ja-JP" dirty="0"/>
          </a:p>
        </p:txBody>
      </p:sp>
    </p:spTree>
    <p:extLst>
      <p:ext uri="{BB962C8B-B14F-4D97-AF65-F5344CB8AC3E}">
        <p14:creationId xmlns:p14="http://schemas.microsoft.com/office/powerpoint/2010/main" val="3438214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F8D01E-4A1A-836B-34E0-C61FAFEB768C}"/>
              </a:ext>
            </a:extLst>
          </p:cNvPr>
          <p:cNvSpPr>
            <a:spLocks noGrp="1"/>
          </p:cNvSpPr>
          <p:nvPr>
            <p:ph type="title"/>
          </p:nvPr>
        </p:nvSpPr>
        <p:spPr/>
        <p:txBody>
          <a:bodyPr/>
          <a:lstStyle/>
          <a:p>
            <a:r>
              <a:rPr kumimoji="1" lang="ja-JP" altLang="en-US" dirty="0"/>
              <a:t>動作確認</a:t>
            </a:r>
          </a:p>
        </p:txBody>
      </p:sp>
      <p:sp>
        <p:nvSpPr>
          <p:cNvPr id="3" name="コンテンツ プレースホルダー 2">
            <a:extLst>
              <a:ext uri="{FF2B5EF4-FFF2-40B4-BE49-F238E27FC236}">
                <a16:creationId xmlns:a16="http://schemas.microsoft.com/office/drawing/2014/main" id="{74A66E10-5ACC-090D-3D4C-6A69CDE56DC2}"/>
              </a:ext>
            </a:extLst>
          </p:cNvPr>
          <p:cNvSpPr>
            <a:spLocks noGrp="1"/>
          </p:cNvSpPr>
          <p:nvPr>
            <p:ph idx="1"/>
          </p:nvPr>
        </p:nvSpPr>
        <p:spPr/>
        <p:txBody>
          <a:bodyPr/>
          <a:lstStyle/>
          <a:p>
            <a:r>
              <a:rPr kumimoji="1" lang="en-US" altLang="ja-JP" dirty="0"/>
              <a:t>Arduino</a:t>
            </a:r>
            <a:r>
              <a:rPr kumimoji="1" lang="ja-JP" altLang="en-US" dirty="0"/>
              <a:t>用「</a:t>
            </a:r>
            <a:r>
              <a:rPr kumimoji="1" lang="en-US" altLang="ja-JP" dirty="0"/>
              <a:t>Hello World</a:t>
            </a:r>
            <a:r>
              <a:rPr kumimoji="1" lang="ja-JP" altLang="en-US" dirty="0"/>
              <a:t>」プログラムをインストールし，動作することを確認</a:t>
            </a:r>
          </a:p>
        </p:txBody>
      </p:sp>
    </p:spTree>
    <p:extLst>
      <p:ext uri="{BB962C8B-B14F-4D97-AF65-F5344CB8AC3E}">
        <p14:creationId xmlns:p14="http://schemas.microsoft.com/office/powerpoint/2010/main" val="2136661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6A106D-D2F4-D946-8CC2-4A7E51FAC025}"/>
              </a:ext>
            </a:extLst>
          </p:cNvPr>
          <p:cNvSpPr>
            <a:spLocks noGrp="1"/>
          </p:cNvSpPr>
          <p:nvPr>
            <p:ph type="ctrTitle"/>
          </p:nvPr>
        </p:nvSpPr>
        <p:spPr/>
        <p:txBody>
          <a:bodyPr/>
          <a:lstStyle/>
          <a:p>
            <a:r>
              <a:rPr kumimoji="1" lang="en-US" altLang="ja-JP" dirty="0"/>
              <a:t>Arduino</a:t>
            </a:r>
            <a:r>
              <a:rPr kumimoji="1" lang="ja-JP" altLang="en-US" dirty="0"/>
              <a:t>用プラグインとライブラリの</a:t>
            </a:r>
            <a:br>
              <a:rPr kumimoji="1" lang="en-US" altLang="ja-JP" dirty="0"/>
            </a:br>
            <a:r>
              <a:rPr kumimoji="1" lang="ja-JP" altLang="en-US" dirty="0"/>
              <a:t>インストール</a:t>
            </a:r>
          </a:p>
        </p:txBody>
      </p:sp>
      <p:sp>
        <p:nvSpPr>
          <p:cNvPr id="3" name="字幕 2">
            <a:extLst>
              <a:ext uri="{FF2B5EF4-FFF2-40B4-BE49-F238E27FC236}">
                <a16:creationId xmlns:a16="http://schemas.microsoft.com/office/drawing/2014/main" id="{D77EB3DC-5D60-D8AB-BB36-D99A68BCFBF0}"/>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3467085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9E3754-CE6D-3852-49AA-D64913692FED}"/>
              </a:ext>
            </a:extLst>
          </p:cNvPr>
          <p:cNvSpPr>
            <a:spLocks noGrp="1"/>
          </p:cNvSpPr>
          <p:nvPr>
            <p:ph type="title"/>
          </p:nvPr>
        </p:nvSpPr>
        <p:spPr/>
        <p:txBody>
          <a:bodyPr>
            <a:normAutofit/>
          </a:bodyPr>
          <a:lstStyle/>
          <a:p>
            <a:r>
              <a:rPr kumimoji="1" lang="en-US" altLang="ja-JP" dirty="0"/>
              <a:t>Arduino IDE</a:t>
            </a:r>
            <a:r>
              <a:rPr kumimoji="1" lang="ja-JP" altLang="en-US" dirty="0"/>
              <a:t>の画面構成</a:t>
            </a:r>
          </a:p>
        </p:txBody>
      </p:sp>
      <p:pic>
        <p:nvPicPr>
          <p:cNvPr id="3" name="図 2">
            <a:extLst>
              <a:ext uri="{FF2B5EF4-FFF2-40B4-BE49-F238E27FC236}">
                <a16:creationId xmlns:a16="http://schemas.microsoft.com/office/drawing/2014/main" id="{E959F33E-19C4-A636-48FF-BDA678B031C9}"/>
              </a:ext>
            </a:extLst>
          </p:cNvPr>
          <p:cNvPicPr>
            <a:picLocks noChangeAspect="1"/>
          </p:cNvPicPr>
          <p:nvPr/>
        </p:nvPicPr>
        <p:blipFill>
          <a:blip r:embed="rId2"/>
          <a:stretch>
            <a:fillRect/>
          </a:stretch>
        </p:blipFill>
        <p:spPr>
          <a:xfrm>
            <a:off x="2405414" y="885190"/>
            <a:ext cx="5008502" cy="3981655"/>
          </a:xfrm>
          <a:prstGeom prst="rect">
            <a:avLst/>
          </a:prstGeom>
        </p:spPr>
      </p:pic>
      <p:sp>
        <p:nvSpPr>
          <p:cNvPr id="4" name="吹き出し: 四角形 3">
            <a:extLst>
              <a:ext uri="{FF2B5EF4-FFF2-40B4-BE49-F238E27FC236}">
                <a16:creationId xmlns:a16="http://schemas.microsoft.com/office/drawing/2014/main" id="{5D91E7BA-AD19-5BBA-B6C0-5A483944F6F7}"/>
              </a:ext>
            </a:extLst>
          </p:cNvPr>
          <p:cNvSpPr/>
          <p:nvPr/>
        </p:nvSpPr>
        <p:spPr>
          <a:xfrm>
            <a:off x="168841" y="1130760"/>
            <a:ext cx="2115535" cy="358677"/>
          </a:xfrm>
          <a:prstGeom prst="wedgeRectCallout">
            <a:avLst>
              <a:gd name="adj1" fmla="val 60213"/>
              <a:gd name="adj2" fmla="val 49401"/>
            </a:avLst>
          </a:prstGeom>
          <a:solidFill>
            <a:srgbClr val="FFFFE7"/>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Arial" panose="020B0604020202020204" pitchFamily="34" charset="0"/>
                <a:ea typeface="メイリオ" panose="020B0604030504040204" pitchFamily="50" charset="-128"/>
                <a:cs typeface="Arial" panose="020B0604020202020204" pitchFamily="34" charset="0"/>
              </a:rPr>
              <a:t>「ファイル」メニュー</a:t>
            </a:r>
          </a:p>
        </p:txBody>
      </p:sp>
      <p:sp>
        <p:nvSpPr>
          <p:cNvPr id="5" name="吹き出し: 四角形 4">
            <a:extLst>
              <a:ext uri="{FF2B5EF4-FFF2-40B4-BE49-F238E27FC236}">
                <a16:creationId xmlns:a16="http://schemas.microsoft.com/office/drawing/2014/main" id="{51599A0B-C5E6-DAD5-439C-6E712528F934}"/>
              </a:ext>
            </a:extLst>
          </p:cNvPr>
          <p:cNvSpPr/>
          <p:nvPr/>
        </p:nvSpPr>
        <p:spPr>
          <a:xfrm>
            <a:off x="615879" y="1600807"/>
            <a:ext cx="1668497" cy="358677"/>
          </a:xfrm>
          <a:prstGeom prst="wedgeRectCallout">
            <a:avLst>
              <a:gd name="adj1" fmla="val 59414"/>
              <a:gd name="adj2" fmla="val -6512"/>
            </a:avLst>
          </a:prstGeom>
          <a:solidFill>
            <a:srgbClr val="FFFFE7"/>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Arial" panose="020B0604020202020204" pitchFamily="34" charset="0"/>
                <a:ea typeface="メイリオ" panose="020B0604030504040204" pitchFamily="50" charset="-128"/>
                <a:cs typeface="Arial" panose="020B0604020202020204" pitchFamily="34" charset="0"/>
              </a:rPr>
              <a:t>「ボード」メニュー</a:t>
            </a:r>
          </a:p>
        </p:txBody>
      </p:sp>
      <p:sp>
        <p:nvSpPr>
          <p:cNvPr id="6" name="吹き出し: 四角形 5">
            <a:extLst>
              <a:ext uri="{FF2B5EF4-FFF2-40B4-BE49-F238E27FC236}">
                <a16:creationId xmlns:a16="http://schemas.microsoft.com/office/drawing/2014/main" id="{476BB387-6247-DAF8-841E-3306679CE854}"/>
              </a:ext>
            </a:extLst>
          </p:cNvPr>
          <p:cNvSpPr/>
          <p:nvPr/>
        </p:nvSpPr>
        <p:spPr>
          <a:xfrm>
            <a:off x="340430" y="2014060"/>
            <a:ext cx="1943946" cy="358677"/>
          </a:xfrm>
          <a:prstGeom prst="wedgeRectCallout">
            <a:avLst>
              <a:gd name="adj1" fmla="val 59414"/>
              <a:gd name="adj2" fmla="val -29173"/>
            </a:avLst>
          </a:prstGeom>
          <a:solidFill>
            <a:srgbClr val="FFFFE7"/>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Arial" panose="020B0604020202020204" pitchFamily="34" charset="0"/>
                <a:ea typeface="メイリオ" panose="020B0604030504040204" pitchFamily="50" charset="-128"/>
                <a:cs typeface="Arial" panose="020B0604020202020204" pitchFamily="34" charset="0"/>
              </a:rPr>
              <a:t>「ライブラリ」メニュー</a:t>
            </a:r>
          </a:p>
        </p:txBody>
      </p:sp>
    </p:spTree>
    <p:extLst>
      <p:ext uri="{BB962C8B-B14F-4D97-AF65-F5344CB8AC3E}">
        <p14:creationId xmlns:p14="http://schemas.microsoft.com/office/powerpoint/2010/main" val="3530586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A1066A-8662-9481-D8DE-83EF2874D2C0}"/>
              </a:ext>
            </a:extLst>
          </p:cNvPr>
          <p:cNvSpPr>
            <a:spLocks noGrp="1"/>
          </p:cNvSpPr>
          <p:nvPr>
            <p:ph type="title"/>
          </p:nvPr>
        </p:nvSpPr>
        <p:spPr/>
        <p:txBody>
          <a:bodyPr/>
          <a:lstStyle/>
          <a:p>
            <a:r>
              <a:rPr kumimoji="1" lang="en-US" altLang="ja-JP" dirty="0"/>
              <a:t>Arduino</a:t>
            </a:r>
            <a:r>
              <a:rPr kumimoji="1" lang="ja-JP" altLang="en-US" dirty="0"/>
              <a:t>用プラグインのインストール</a:t>
            </a:r>
          </a:p>
        </p:txBody>
      </p:sp>
      <p:sp>
        <p:nvSpPr>
          <p:cNvPr id="3" name="コンテンツ プレースホルダー 2">
            <a:extLst>
              <a:ext uri="{FF2B5EF4-FFF2-40B4-BE49-F238E27FC236}">
                <a16:creationId xmlns:a16="http://schemas.microsoft.com/office/drawing/2014/main" id="{FFC193A3-CC4A-5412-9397-F3DFB4283A35}"/>
              </a:ext>
            </a:extLst>
          </p:cNvPr>
          <p:cNvSpPr>
            <a:spLocks noGrp="1"/>
          </p:cNvSpPr>
          <p:nvPr>
            <p:ph idx="1"/>
          </p:nvPr>
        </p:nvSpPr>
        <p:spPr/>
        <p:txBody>
          <a:bodyPr/>
          <a:lstStyle/>
          <a:p>
            <a:r>
              <a:rPr lang="en-US" altLang="ja-JP" dirty="0"/>
              <a:t>Arduino</a:t>
            </a:r>
            <a:r>
              <a:rPr lang="ja-JP" altLang="en-US" dirty="0"/>
              <a:t>を接続せずに，「ボードメニュー」からインストールすることも可能</a:t>
            </a:r>
            <a:endParaRPr kumimoji="1" lang="ja-JP" altLang="en-US" dirty="0"/>
          </a:p>
        </p:txBody>
      </p:sp>
    </p:spTree>
    <p:extLst>
      <p:ext uri="{BB962C8B-B14F-4D97-AF65-F5344CB8AC3E}">
        <p14:creationId xmlns:p14="http://schemas.microsoft.com/office/powerpoint/2010/main" val="2670449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94CD2A-8030-5EDE-5EEB-D7EE73A4DF37}"/>
              </a:ext>
            </a:extLst>
          </p:cNvPr>
          <p:cNvSpPr>
            <a:spLocks noGrp="1"/>
          </p:cNvSpPr>
          <p:nvPr>
            <p:ph type="title"/>
          </p:nvPr>
        </p:nvSpPr>
        <p:spPr/>
        <p:txBody>
          <a:bodyPr/>
          <a:lstStyle/>
          <a:p>
            <a:r>
              <a:rPr kumimoji="1" lang="ja-JP" altLang="en-US" dirty="0"/>
              <a:t>インストールするべきライブラリ</a:t>
            </a:r>
          </a:p>
        </p:txBody>
      </p:sp>
      <p:sp>
        <p:nvSpPr>
          <p:cNvPr id="3" name="コンテンツ プレースホルダー 2">
            <a:extLst>
              <a:ext uri="{FF2B5EF4-FFF2-40B4-BE49-F238E27FC236}">
                <a16:creationId xmlns:a16="http://schemas.microsoft.com/office/drawing/2014/main" id="{9CCC6C11-15DB-6DFB-6CB9-FC306673F0C4}"/>
              </a:ext>
            </a:extLst>
          </p:cNvPr>
          <p:cNvSpPr>
            <a:spLocks noGrp="1"/>
          </p:cNvSpPr>
          <p:nvPr>
            <p:ph idx="1"/>
          </p:nvPr>
        </p:nvSpPr>
        <p:spPr/>
        <p:txBody>
          <a:bodyPr>
            <a:normAutofit fontScale="70000" lnSpcReduction="20000"/>
          </a:bodyPr>
          <a:lstStyle/>
          <a:p>
            <a:r>
              <a:rPr kumimoji="1" lang="en-US" altLang="ja-JP" dirty="0"/>
              <a:t>Arduino IDE</a:t>
            </a:r>
            <a:r>
              <a:rPr kumimoji="1" lang="ja-JP" altLang="en-US" dirty="0"/>
              <a:t>でインストールするもの</a:t>
            </a:r>
            <a:endParaRPr kumimoji="1" lang="en-US" altLang="ja-JP" dirty="0"/>
          </a:p>
          <a:p>
            <a:pPr lvl="1"/>
            <a:r>
              <a:rPr kumimoji="1" lang="en-US" altLang="ja-JP" dirty="0" err="1"/>
              <a:t>ArduinoMqttClient</a:t>
            </a:r>
            <a:endParaRPr kumimoji="1" lang="en-US" altLang="ja-JP" dirty="0"/>
          </a:p>
          <a:p>
            <a:pPr lvl="1"/>
            <a:r>
              <a:rPr lang="en-US" altLang="ja-JP" dirty="0" err="1"/>
              <a:t>Adafruit_SleepyDog</a:t>
            </a:r>
            <a:endParaRPr lang="en-US" altLang="ja-JP" dirty="0"/>
          </a:p>
          <a:p>
            <a:pPr lvl="1"/>
            <a:r>
              <a:rPr lang="en-US" altLang="ja-JP" dirty="0" err="1"/>
              <a:t>Grove_Chainable_RGB_LED</a:t>
            </a:r>
            <a:endParaRPr lang="en-US" altLang="ja-JP" dirty="0"/>
          </a:p>
          <a:p>
            <a:pPr lvl="1"/>
            <a:r>
              <a:rPr lang="en-US" altLang="ja-JP" dirty="0" err="1"/>
              <a:t>WiFiNINA</a:t>
            </a:r>
            <a:endParaRPr lang="en-US" altLang="ja-JP" dirty="0"/>
          </a:p>
          <a:p>
            <a:pPr lvl="1"/>
            <a:r>
              <a:rPr lang="en-US" altLang="ja-JP" dirty="0" err="1"/>
              <a:t>NTPClient</a:t>
            </a:r>
            <a:endParaRPr lang="en-US" altLang="ja-JP" dirty="0"/>
          </a:p>
          <a:p>
            <a:pPr lvl="1"/>
            <a:r>
              <a:rPr lang="en-US" altLang="ja-JP" dirty="0" err="1"/>
              <a:t>ArduinoHttpClient</a:t>
            </a:r>
            <a:endParaRPr lang="en-US" altLang="ja-JP" dirty="0"/>
          </a:p>
          <a:p>
            <a:pPr lvl="1"/>
            <a:r>
              <a:rPr lang="en-US" altLang="ja-JP" dirty="0" err="1"/>
              <a:t>ArduinoLowPower</a:t>
            </a:r>
            <a:endParaRPr lang="en-US" altLang="ja-JP" dirty="0"/>
          </a:p>
          <a:p>
            <a:pPr lvl="1"/>
            <a:r>
              <a:rPr lang="en-US" altLang="ja-JP" dirty="0" err="1"/>
              <a:t>RTCZero</a:t>
            </a:r>
            <a:endParaRPr lang="en-US" altLang="ja-JP" dirty="0"/>
          </a:p>
          <a:p>
            <a:pPr lvl="1"/>
            <a:endParaRPr kumimoji="1" lang="en-US" altLang="ja-JP" dirty="0"/>
          </a:p>
          <a:p>
            <a:r>
              <a:rPr lang="en-US" altLang="ja-JP" dirty="0" err="1"/>
              <a:t>Github</a:t>
            </a:r>
            <a:r>
              <a:rPr lang="ja-JP" altLang="en-US" dirty="0"/>
              <a:t>からダウンロードして自分でインストールするもの</a:t>
            </a:r>
            <a:endParaRPr lang="en-US" altLang="ja-JP" dirty="0"/>
          </a:p>
          <a:p>
            <a:pPr lvl="1"/>
            <a:r>
              <a:rPr kumimoji="1" lang="en-US" altLang="ja-JP" dirty="0"/>
              <a:t>RTC_U</a:t>
            </a:r>
          </a:p>
          <a:p>
            <a:pPr lvl="1"/>
            <a:r>
              <a:rPr kumimoji="1" lang="en-US" altLang="ja-JP" dirty="0"/>
              <a:t>Syslog</a:t>
            </a:r>
          </a:p>
          <a:p>
            <a:pPr lvl="1"/>
            <a:r>
              <a:rPr kumimoji="1" lang="en-US" altLang="ja-JP" dirty="0" err="1"/>
              <a:t>UniSleep</a:t>
            </a:r>
            <a:endParaRPr kumimoji="1" lang="en-US" altLang="ja-JP" dirty="0"/>
          </a:p>
          <a:p>
            <a:pPr lvl="1"/>
            <a:r>
              <a:rPr kumimoji="1" lang="en-US" altLang="ja-JP" dirty="0" err="1"/>
              <a:t>detectArduinoHardware</a:t>
            </a:r>
            <a:endParaRPr kumimoji="1" lang="en-US" altLang="ja-JP" dirty="0"/>
          </a:p>
          <a:p>
            <a:pPr lvl="1"/>
            <a:r>
              <a:rPr kumimoji="1" lang="en-US" altLang="ja-JP" dirty="0" err="1"/>
              <a:t>dateUtils</a:t>
            </a:r>
            <a:endParaRPr kumimoji="1" lang="en-US" altLang="ja-JP" dirty="0"/>
          </a:p>
          <a:p>
            <a:pPr lvl="1"/>
            <a:r>
              <a:rPr kumimoji="1" lang="en-US" altLang="ja-JP" dirty="0" err="1"/>
              <a:t>AusEx</a:t>
            </a:r>
            <a:endParaRPr kumimoji="1" lang="en-US" altLang="ja-JP" dirty="0"/>
          </a:p>
        </p:txBody>
      </p:sp>
      <p:sp>
        <p:nvSpPr>
          <p:cNvPr id="4" name="四角形: 角を丸くする 3">
            <a:extLst>
              <a:ext uri="{FF2B5EF4-FFF2-40B4-BE49-F238E27FC236}">
                <a16:creationId xmlns:a16="http://schemas.microsoft.com/office/drawing/2014/main" id="{E8AA2A38-6BA4-D750-7A78-2CFF0B1FC10F}"/>
              </a:ext>
            </a:extLst>
          </p:cNvPr>
          <p:cNvSpPr/>
          <p:nvPr/>
        </p:nvSpPr>
        <p:spPr>
          <a:xfrm>
            <a:off x="4608513" y="1278835"/>
            <a:ext cx="4210809" cy="1033669"/>
          </a:xfrm>
          <a:prstGeom prst="roundRect">
            <a:avLst/>
          </a:prstGeom>
          <a:solidFill>
            <a:srgbClr val="FFFFE5"/>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インストール手順はマニュアル参照</a:t>
            </a:r>
          </a:p>
        </p:txBody>
      </p:sp>
    </p:spTree>
    <p:extLst>
      <p:ext uri="{BB962C8B-B14F-4D97-AF65-F5344CB8AC3E}">
        <p14:creationId xmlns:p14="http://schemas.microsoft.com/office/powerpoint/2010/main" val="4291912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E9FEDE-D028-215D-D11E-0B6457ABF24E}"/>
              </a:ext>
            </a:extLst>
          </p:cNvPr>
          <p:cNvSpPr>
            <a:spLocks noGrp="1"/>
          </p:cNvSpPr>
          <p:nvPr>
            <p:ph type="title"/>
          </p:nvPr>
        </p:nvSpPr>
        <p:spPr/>
        <p:txBody>
          <a:bodyPr>
            <a:normAutofit/>
          </a:bodyPr>
          <a:lstStyle/>
          <a:p>
            <a:r>
              <a:rPr kumimoji="1" lang="en-US" altLang="ja-JP" dirty="0"/>
              <a:t>IDE</a:t>
            </a:r>
            <a:r>
              <a:rPr kumimoji="1" lang="ja-JP" altLang="en-US" dirty="0"/>
              <a:t>でのライブラリのインストール</a:t>
            </a:r>
          </a:p>
        </p:txBody>
      </p:sp>
      <p:sp>
        <p:nvSpPr>
          <p:cNvPr id="6" name="コンテンツ プレースホルダー 5">
            <a:extLst>
              <a:ext uri="{FF2B5EF4-FFF2-40B4-BE49-F238E27FC236}">
                <a16:creationId xmlns:a16="http://schemas.microsoft.com/office/drawing/2014/main" id="{8B50D1C4-14A4-9043-5454-0A2EAD24FDDE}"/>
              </a:ext>
            </a:extLst>
          </p:cNvPr>
          <p:cNvSpPr>
            <a:spLocks noGrp="1"/>
          </p:cNvSpPr>
          <p:nvPr>
            <p:ph idx="1"/>
          </p:nvPr>
        </p:nvSpPr>
        <p:spPr/>
        <p:txBody>
          <a:bodyPr/>
          <a:lstStyle/>
          <a:p>
            <a:r>
              <a:rPr lang="ja-JP" altLang="en-US" dirty="0"/>
              <a:t>インストールするライブラリを検索し，「インストール」ボタンをクリック</a:t>
            </a:r>
          </a:p>
        </p:txBody>
      </p:sp>
      <p:pic>
        <p:nvPicPr>
          <p:cNvPr id="3" name="図 2">
            <a:extLst>
              <a:ext uri="{FF2B5EF4-FFF2-40B4-BE49-F238E27FC236}">
                <a16:creationId xmlns:a16="http://schemas.microsoft.com/office/drawing/2014/main" id="{7755EAC8-B93C-E329-17C4-2D0965593207}"/>
              </a:ext>
            </a:extLst>
          </p:cNvPr>
          <p:cNvPicPr>
            <a:picLocks noChangeAspect="1"/>
          </p:cNvPicPr>
          <p:nvPr/>
        </p:nvPicPr>
        <p:blipFill>
          <a:blip r:embed="rId3"/>
          <a:stretch>
            <a:fillRect/>
          </a:stretch>
        </p:blipFill>
        <p:spPr>
          <a:xfrm>
            <a:off x="2132609" y="1482353"/>
            <a:ext cx="4188929" cy="3330111"/>
          </a:xfrm>
          <a:prstGeom prst="rect">
            <a:avLst/>
          </a:prstGeom>
        </p:spPr>
      </p:pic>
      <p:sp>
        <p:nvSpPr>
          <p:cNvPr id="4" name="吹き出し: 四角形 3">
            <a:extLst>
              <a:ext uri="{FF2B5EF4-FFF2-40B4-BE49-F238E27FC236}">
                <a16:creationId xmlns:a16="http://schemas.microsoft.com/office/drawing/2014/main" id="{55AD660B-D4F9-6B39-AFAC-CC87F4ECCF18}"/>
              </a:ext>
            </a:extLst>
          </p:cNvPr>
          <p:cNvSpPr/>
          <p:nvPr/>
        </p:nvSpPr>
        <p:spPr>
          <a:xfrm>
            <a:off x="536161" y="1903674"/>
            <a:ext cx="1639597" cy="484165"/>
          </a:xfrm>
          <a:prstGeom prst="wedgeRectCallout">
            <a:avLst>
              <a:gd name="adj1" fmla="val 68181"/>
              <a:gd name="adj2" fmla="val -13943"/>
            </a:avLst>
          </a:prstGeom>
          <a:solidFill>
            <a:srgbClr val="FFFFE7"/>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Arial" panose="020B0604020202020204" pitchFamily="34" charset="0"/>
                <a:ea typeface="メイリオ" panose="020B0604030504040204" pitchFamily="50" charset="-128"/>
                <a:cs typeface="Arial" panose="020B0604020202020204" pitchFamily="34" charset="0"/>
              </a:rPr>
              <a:t>インストールする</a:t>
            </a:r>
            <a:endParaRPr kumimoji="1" lang="en-US" altLang="ja-JP" sz="1200" dirty="0">
              <a:solidFill>
                <a:schemeClr val="tx1"/>
              </a:solidFill>
              <a:latin typeface="Arial" panose="020B0604020202020204" pitchFamily="34" charset="0"/>
              <a:ea typeface="メイリオ" panose="020B0604030504040204" pitchFamily="50" charset="-128"/>
              <a:cs typeface="Arial" panose="020B0604020202020204" pitchFamily="34" charset="0"/>
            </a:endParaRPr>
          </a:p>
          <a:p>
            <a:pPr algn="ctr"/>
            <a:r>
              <a:rPr kumimoji="1" lang="ja-JP" altLang="en-US" sz="1200" dirty="0">
                <a:solidFill>
                  <a:schemeClr val="tx1"/>
                </a:solidFill>
                <a:latin typeface="Arial" panose="020B0604020202020204" pitchFamily="34" charset="0"/>
                <a:ea typeface="メイリオ" panose="020B0604030504040204" pitchFamily="50" charset="-128"/>
                <a:cs typeface="Arial" panose="020B0604020202020204" pitchFamily="34" charset="0"/>
              </a:rPr>
              <a:t>ライブラリ名を入力</a:t>
            </a:r>
          </a:p>
        </p:txBody>
      </p:sp>
      <p:sp>
        <p:nvSpPr>
          <p:cNvPr id="5" name="吹き出し: 四角形 4">
            <a:extLst>
              <a:ext uri="{FF2B5EF4-FFF2-40B4-BE49-F238E27FC236}">
                <a16:creationId xmlns:a16="http://schemas.microsoft.com/office/drawing/2014/main" id="{4BCEA770-0FE9-B263-EC8A-0FECBB4EE4AB}"/>
              </a:ext>
            </a:extLst>
          </p:cNvPr>
          <p:cNvSpPr/>
          <p:nvPr/>
        </p:nvSpPr>
        <p:spPr>
          <a:xfrm>
            <a:off x="536161" y="2726284"/>
            <a:ext cx="1639597" cy="484165"/>
          </a:xfrm>
          <a:prstGeom prst="wedgeRectCallout">
            <a:avLst>
              <a:gd name="adj1" fmla="val 65063"/>
              <a:gd name="adj2" fmla="val 38844"/>
            </a:avLst>
          </a:prstGeom>
          <a:solidFill>
            <a:srgbClr val="FFFFE7"/>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Arial" panose="020B0604020202020204" pitchFamily="34" charset="0"/>
                <a:ea typeface="メイリオ" panose="020B0604030504040204" pitchFamily="50" charset="-128"/>
                <a:cs typeface="Arial" panose="020B0604020202020204" pitchFamily="34" charset="0"/>
              </a:rPr>
              <a:t>「インストール」</a:t>
            </a:r>
            <a:endParaRPr kumimoji="1" lang="en-US" altLang="ja-JP" sz="1200" dirty="0">
              <a:solidFill>
                <a:schemeClr val="tx1"/>
              </a:solidFill>
              <a:latin typeface="Arial" panose="020B0604020202020204" pitchFamily="34" charset="0"/>
              <a:ea typeface="メイリオ" panose="020B0604030504040204" pitchFamily="50" charset="-128"/>
              <a:cs typeface="Arial" panose="020B0604020202020204" pitchFamily="34" charset="0"/>
            </a:endParaRPr>
          </a:p>
          <a:p>
            <a:pPr algn="ctr"/>
            <a:r>
              <a:rPr kumimoji="1" lang="ja-JP" altLang="en-US" sz="1200" dirty="0">
                <a:solidFill>
                  <a:schemeClr val="tx1"/>
                </a:solidFill>
                <a:latin typeface="Arial" panose="020B0604020202020204" pitchFamily="34" charset="0"/>
                <a:ea typeface="メイリオ" panose="020B0604030504040204" pitchFamily="50" charset="-128"/>
                <a:cs typeface="Arial" panose="020B0604020202020204" pitchFamily="34" charset="0"/>
              </a:rPr>
              <a:t>ボタンをクリック</a:t>
            </a:r>
            <a:endParaRPr kumimoji="1" lang="en-US" altLang="ja-JP" sz="1200" dirty="0">
              <a:solidFill>
                <a:schemeClr val="tx1"/>
              </a:solidFill>
              <a:latin typeface="Arial" panose="020B0604020202020204" pitchFamily="34" charset="0"/>
              <a:ea typeface="メイリオ" panose="020B0604030504040204" pitchFamily="50" charset="-128"/>
              <a:cs typeface="Arial" panose="020B0604020202020204" pitchFamily="34" charset="0"/>
            </a:endParaRPr>
          </a:p>
        </p:txBody>
      </p:sp>
      <p:sp>
        <p:nvSpPr>
          <p:cNvPr id="7" name="吹き出し: 四角形 6">
            <a:extLst>
              <a:ext uri="{FF2B5EF4-FFF2-40B4-BE49-F238E27FC236}">
                <a16:creationId xmlns:a16="http://schemas.microsoft.com/office/drawing/2014/main" id="{677881E1-1F5C-C88C-B868-97EFF33CDE78}"/>
              </a:ext>
            </a:extLst>
          </p:cNvPr>
          <p:cNvSpPr/>
          <p:nvPr/>
        </p:nvSpPr>
        <p:spPr>
          <a:xfrm>
            <a:off x="6038653" y="1903674"/>
            <a:ext cx="1713869" cy="484165"/>
          </a:xfrm>
          <a:prstGeom prst="wedgeRectCallout">
            <a:avLst>
              <a:gd name="adj1" fmla="val -62520"/>
              <a:gd name="adj2" fmla="val 9518"/>
            </a:avLst>
          </a:prstGeom>
          <a:solidFill>
            <a:srgbClr val="FFFFE7"/>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Arial" panose="020B0604020202020204" pitchFamily="34" charset="0"/>
                <a:ea typeface="メイリオ" panose="020B0604030504040204" pitchFamily="50" charset="-128"/>
                <a:cs typeface="Arial" panose="020B0604020202020204" pitchFamily="34" charset="0"/>
              </a:rPr>
              <a:t>ライブラリメニューを選択した状態の画面</a:t>
            </a:r>
            <a:endParaRPr kumimoji="1" lang="en-US" altLang="ja-JP" sz="1200" dirty="0">
              <a:solidFill>
                <a:schemeClr val="tx1"/>
              </a:solidFill>
              <a:latin typeface="Arial" panose="020B0604020202020204" pitchFamily="34" charset="0"/>
              <a:ea typeface="メイリオ" panose="020B0604030504040204" pitchFamily="50" charset="-128"/>
              <a:cs typeface="Arial" panose="020B0604020202020204" pitchFamily="34" charset="0"/>
            </a:endParaRPr>
          </a:p>
        </p:txBody>
      </p:sp>
    </p:spTree>
    <p:extLst>
      <p:ext uri="{BB962C8B-B14F-4D97-AF65-F5344CB8AC3E}">
        <p14:creationId xmlns:p14="http://schemas.microsoft.com/office/powerpoint/2010/main" val="31622417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4A039E-8C7A-926E-E261-D9ACF10F4931}"/>
              </a:ext>
            </a:extLst>
          </p:cNvPr>
          <p:cNvSpPr>
            <a:spLocks noGrp="1"/>
          </p:cNvSpPr>
          <p:nvPr>
            <p:ph type="title"/>
          </p:nvPr>
        </p:nvSpPr>
        <p:spPr/>
        <p:txBody>
          <a:bodyPr/>
          <a:lstStyle/>
          <a:p>
            <a:r>
              <a:rPr kumimoji="1" lang="en-US" altLang="ja-JP" dirty="0"/>
              <a:t>IDE</a:t>
            </a:r>
            <a:r>
              <a:rPr kumimoji="1" lang="ja-JP" altLang="en-US" dirty="0"/>
              <a:t>外でのインストール</a:t>
            </a:r>
          </a:p>
        </p:txBody>
      </p:sp>
      <p:sp>
        <p:nvSpPr>
          <p:cNvPr id="3" name="コンテンツ プレースホルダー 2">
            <a:extLst>
              <a:ext uri="{FF2B5EF4-FFF2-40B4-BE49-F238E27FC236}">
                <a16:creationId xmlns:a16="http://schemas.microsoft.com/office/drawing/2014/main" id="{92183ACF-DAD6-8548-59F8-D387C7ABA991}"/>
              </a:ext>
            </a:extLst>
          </p:cNvPr>
          <p:cNvSpPr>
            <a:spLocks noGrp="1"/>
          </p:cNvSpPr>
          <p:nvPr>
            <p:ph idx="1"/>
          </p:nvPr>
        </p:nvSpPr>
        <p:spPr/>
        <p:txBody>
          <a:bodyPr/>
          <a:lstStyle/>
          <a:p>
            <a:r>
              <a:rPr kumimoji="1" lang="ja-JP" altLang="en-US" dirty="0"/>
              <a:t>インストール手順</a:t>
            </a:r>
            <a:endParaRPr kumimoji="1" lang="en-US" altLang="ja-JP" dirty="0"/>
          </a:p>
          <a:p>
            <a:pPr marL="685800" lvl="1" indent="-342900">
              <a:buFont typeface="+mj-ea"/>
              <a:buAutoNum type="circleNumDbPlain"/>
            </a:pPr>
            <a:r>
              <a:rPr lang="en-US" altLang="ja-JP" dirty="0" err="1"/>
              <a:t>Github</a:t>
            </a:r>
            <a:r>
              <a:rPr lang="ja-JP" altLang="en-US" dirty="0"/>
              <a:t>等からライブラリのアーカイブをダウンロード</a:t>
            </a:r>
            <a:endParaRPr kumimoji="1" lang="en-US" altLang="ja-JP" dirty="0"/>
          </a:p>
          <a:p>
            <a:pPr marL="685800" lvl="1" indent="-342900">
              <a:buFont typeface="+mj-ea"/>
              <a:buAutoNum type="circleNumDbPlain"/>
            </a:pPr>
            <a:r>
              <a:rPr kumimoji="1" lang="ja-JP" altLang="en-US" dirty="0"/>
              <a:t>ライブラリのアーカイブを解凍</a:t>
            </a:r>
            <a:endParaRPr kumimoji="1" lang="en-US" altLang="ja-JP" dirty="0"/>
          </a:p>
          <a:p>
            <a:pPr marL="685800" lvl="1" indent="-342900">
              <a:buFont typeface="+mj-ea"/>
              <a:buAutoNum type="circleNumDbPlain"/>
            </a:pPr>
            <a:r>
              <a:rPr kumimoji="1" lang="en-US" altLang="ja-JP" dirty="0"/>
              <a:t>Arduino</a:t>
            </a:r>
            <a:r>
              <a:rPr lang="ja-JP" altLang="en-US" dirty="0"/>
              <a:t> </a:t>
            </a:r>
            <a:r>
              <a:rPr lang="en-US" altLang="ja-JP" dirty="0"/>
              <a:t>IDE</a:t>
            </a:r>
            <a:r>
              <a:rPr lang="ja-JP" altLang="en-US" dirty="0"/>
              <a:t>で設定されている</a:t>
            </a:r>
            <a:r>
              <a:rPr kumimoji="1" lang="ja-JP" altLang="en-US" dirty="0"/>
              <a:t>ライブラリを配置するディレクトリに解凍したディレクトリを移動</a:t>
            </a:r>
            <a:endParaRPr kumimoji="1" lang="en-US" altLang="ja-JP" dirty="0"/>
          </a:p>
          <a:p>
            <a:pPr marL="685800" lvl="1" indent="-342900">
              <a:buFont typeface="+mj-ea"/>
              <a:buAutoNum type="circleNumDbPlain"/>
            </a:pPr>
            <a:endParaRPr lang="en-US" altLang="ja-JP" dirty="0"/>
          </a:p>
          <a:p>
            <a:pPr marL="387450" indent="-342900"/>
            <a:r>
              <a:rPr kumimoji="1" lang="ja-JP" altLang="en-US" dirty="0"/>
              <a:t>インストール後の状態</a:t>
            </a:r>
            <a:endParaRPr kumimoji="1" lang="en-US" altLang="ja-JP" dirty="0"/>
          </a:p>
          <a:p>
            <a:pPr marL="685800" lvl="1" indent="-342900"/>
            <a:r>
              <a:rPr kumimoji="1" lang="ja-JP" altLang="en-US" u="sng" dirty="0"/>
              <a:t>ユーザのホーム</a:t>
            </a:r>
            <a:r>
              <a:rPr kumimoji="1" lang="en-US" altLang="ja-JP" u="sng" dirty="0"/>
              <a:t>\</a:t>
            </a:r>
            <a:r>
              <a:rPr kumimoji="1" lang="ja-JP" altLang="en-US" u="sng" dirty="0"/>
              <a:t>ドキュメント</a:t>
            </a:r>
            <a:r>
              <a:rPr kumimoji="1" lang="en-US" altLang="ja-JP" u="sng" dirty="0"/>
              <a:t>\Arduino\libraries</a:t>
            </a:r>
            <a:r>
              <a:rPr lang="en-US" altLang="ja-JP" dirty="0"/>
              <a:t>\</a:t>
            </a:r>
            <a:r>
              <a:rPr lang="ja-JP" altLang="en-US" dirty="0"/>
              <a:t>ライブラリ名</a:t>
            </a:r>
            <a:r>
              <a:rPr lang="en-US" altLang="ja-JP" dirty="0"/>
              <a:t>\README.md</a:t>
            </a:r>
            <a:br>
              <a:rPr lang="en-US" altLang="ja-JP" dirty="0"/>
            </a:br>
            <a:r>
              <a:rPr lang="en-US" altLang="ja-JP" dirty="0"/>
              <a:t>                                                                                                               \</a:t>
            </a:r>
            <a:r>
              <a:rPr lang="en-US" altLang="ja-JP" dirty="0" err="1"/>
              <a:t>src</a:t>
            </a:r>
            <a:br>
              <a:rPr lang="en-US" altLang="ja-JP" dirty="0"/>
            </a:br>
            <a:r>
              <a:rPr lang="en-US" altLang="ja-JP" dirty="0"/>
              <a:t>                                                                                                               \examples</a:t>
            </a:r>
            <a:br>
              <a:rPr lang="en-US" altLang="ja-JP" dirty="0"/>
            </a:br>
            <a:r>
              <a:rPr lang="en-US" altLang="ja-JP"/>
              <a:t>                                                                                                                       etc..</a:t>
            </a:r>
            <a:endParaRPr kumimoji="1" lang="en-US" altLang="ja-JP" dirty="0"/>
          </a:p>
          <a:p>
            <a:pPr marL="685800" lvl="1" indent="-342900"/>
            <a:endParaRPr lang="en-US" altLang="ja-JP" dirty="0"/>
          </a:p>
        </p:txBody>
      </p:sp>
      <p:sp>
        <p:nvSpPr>
          <p:cNvPr id="4" name="テキスト ボックス 3">
            <a:extLst>
              <a:ext uri="{FF2B5EF4-FFF2-40B4-BE49-F238E27FC236}">
                <a16:creationId xmlns:a16="http://schemas.microsoft.com/office/drawing/2014/main" id="{12CBA8B0-0CBC-DEBE-182D-233004572877}"/>
              </a:ext>
            </a:extLst>
          </p:cNvPr>
          <p:cNvSpPr txBox="1"/>
          <p:nvPr/>
        </p:nvSpPr>
        <p:spPr>
          <a:xfrm>
            <a:off x="1766326" y="3634883"/>
            <a:ext cx="2954655" cy="369332"/>
          </a:xfrm>
          <a:prstGeom prst="rect">
            <a:avLst/>
          </a:prstGeom>
          <a:noFill/>
        </p:spPr>
        <p:txBody>
          <a:bodyPr wrap="none" rtlCol="0">
            <a:spAutoFit/>
          </a:bodyPr>
          <a:lstStyle/>
          <a:p>
            <a:pPr algn="l"/>
            <a:r>
              <a:rPr kumimoji="1" lang="ja-JP" altLang="en-US" dirty="0">
                <a:solidFill>
                  <a:srgbClr val="FF0000"/>
                </a:solidFill>
              </a:rPr>
              <a:t>この部分は設定で変更可能</a:t>
            </a:r>
          </a:p>
        </p:txBody>
      </p:sp>
    </p:spTree>
    <p:extLst>
      <p:ext uri="{BB962C8B-B14F-4D97-AF65-F5344CB8AC3E}">
        <p14:creationId xmlns:p14="http://schemas.microsoft.com/office/powerpoint/2010/main" val="1344481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C2623B-744D-7315-4B41-115A078BAE1F}"/>
              </a:ext>
            </a:extLst>
          </p:cNvPr>
          <p:cNvSpPr>
            <a:spLocks noGrp="1"/>
          </p:cNvSpPr>
          <p:nvPr>
            <p:ph type="ctrTitle"/>
          </p:nvPr>
        </p:nvSpPr>
        <p:spPr/>
        <p:txBody>
          <a:bodyPr/>
          <a:lstStyle/>
          <a:p>
            <a:r>
              <a:rPr lang="en-US" altLang="ja-JP" dirty="0"/>
              <a:t>IoT</a:t>
            </a:r>
            <a:r>
              <a:rPr lang="ja-JP" altLang="en-US" dirty="0"/>
              <a:t>用プロトコル</a:t>
            </a:r>
            <a:r>
              <a:rPr lang="en-US" altLang="ja-JP" dirty="0"/>
              <a:t>(MQTT)</a:t>
            </a:r>
            <a:r>
              <a:rPr lang="ja-JP" altLang="en-US" dirty="0"/>
              <a:t>で，アクチュエータを制御する命令を送るソフトウェア</a:t>
            </a:r>
          </a:p>
        </p:txBody>
      </p:sp>
      <p:sp>
        <p:nvSpPr>
          <p:cNvPr id="3" name="字幕 2">
            <a:extLst>
              <a:ext uri="{FF2B5EF4-FFF2-40B4-BE49-F238E27FC236}">
                <a16:creationId xmlns:a16="http://schemas.microsoft.com/office/drawing/2014/main" id="{312A174A-E46B-34A2-8504-68BD671D8761}"/>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3364481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5DE20-A20F-40C7-3EAF-F0C19014201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51A05D-FDED-4347-8239-D2091D7531B3}"/>
              </a:ext>
            </a:extLst>
          </p:cNvPr>
          <p:cNvSpPr>
            <a:spLocks noGrp="1"/>
          </p:cNvSpPr>
          <p:nvPr>
            <p:ph type="title"/>
          </p:nvPr>
        </p:nvSpPr>
        <p:spPr/>
        <p:txBody>
          <a:bodyPr/>
          <a:lstStyle/>
          <a:p>
            <a:r>
              <a:rPr kumimoji="1" lang="en-US" altLang="ja-JP" dirty="0" err="1"/>
              <a:t>Github</a:t>
            </a:r>
            <a:r>
              <a:rPr kumimoji="1" lang="ja-JP" altLang="en-US" dirty="0"/>
              <a:t>からソースをダウンロード</a:t>
            </a:r>
          </a:p>
        </p:txBody>
      </p:sp>
      <p:sp>
        <p:nvSpPr>
          <p:cNvPr id="3" name="コンテンツ プレースホルダー 2">
            <a:extLst>
              <a:ext uri="{FF2B5EF4-FFF2-40B4-BE49-F238E27FC236}">
                <a16:creationId xmlns:a16="http://schemas.microsoft.com/office/drawing/2014/main" id="{C376F259-B698-A429-E237-B6156F7BEE1D}"/>
              </a:ext>
            </a:extLst>
          </p:cNvPr>
          <p:cNvSpPr>
            <a:spLocks noGrp="1"/>
          </p:cNvSpPr>
          <p:nvPr>
            <p:ph idx="1"/>
          </p:nvPr>
        </p:nvSpPr>
        <p:spPr/>
        <p:txBody>
          <a:bodyPr/>
          <a:lstStyle/>
          <a:p>
            <a:r>
              <a:rPr kumimoji="1" lang="ja-JP" altLang="en-US" dirty="0"/>
              <a:t>ブラウザで以下の</a:t>
            </a:r>
            <a:r>
              <a:rPr kumimoji="1" lang="en-US" altLang="ja-JP" dirty="0"/>
              <a:t>URL</a:t>
            </a:r>
            <a:r>
              <a:rPr lang="ja-JP" altLang="en-US" dirty="0"/>
              <a:t>にアクセス</a:t>
            </a:r>
            <a:endParaRPr lang="en-US" altLang="ja-JP" dirty="0"/>
          </a:p>
          <a:p>
            <a:pPr lvl="1"/>
            <a:r>
              <a:rPr kumimoji="1" lang="en-US" altLang="ja-JP" dirty="0">
                <a:hlinkClick r:id="rId3"/>
              </a:rPr>
              <a:t>https://github.com/Cogefin/MQTT_Actuator_Control_Utility</a:t>
            </a:r>
            <a:endParaRPr kumimoji="1" lang="en-US" altLang="ja-JP" dirty="0"/>
          </a:p>
          <a:p>
            <a:pPr lvl="1"/>
            <a:endParaRPr lang="en-US" altLang="ja-JP" dirty="0"/>
          </a:p>
          <a:p>
            <a:r>
              <a:rPr kumimoji="1" lang="ja-JP" altLang="en-US" dirty="0"/>
              <a:t>上記</a:t>
            </a:r>
            <a:r>
              <a:rPr kumimoji="1" lang="en-US" altLang="ja-JP" dirty="0"/>
              <a:t>URL</a:t>
            </a:r>
            <a:r>
              <a:rPr kumimoji="1" lang="ja-JP" altLang="en-US" dirty="0"/>
              <a:t>のリポジトリの</a:t>
            </a:r>
            <a:r>
              <a:rPr kumimoji="1" lang="en-US" altLang="ja-JP" dirty="0"/>
              <a:t>zip</a:t>
            </a:r>
            <a:r>
              <a:rPr kumimoji="1" lang="ja-JP" altLang="en-US" dirty="0"/>
              <a:t>ファイルをダウンロード</a:t>
            </a:r>
            <a:endParaRPr kumimoji="1" lang="en-US" altLang="ja-JP" dirty="0"/>
          </a:p>
          <a:p>
            <a:endParaRPr lang="en-US" altLang="ja-JP" dirty="0"/>
          </a:p>
          <a:p>
            <a:r>
              <a:rPr kumimoji="1" lang="ja-JP" altLang="en-US" dirty="0"/>
              <a:t>解凍したものをすぐに無くさない</a:t>
            </a:r>
            <a:r>
              <a:rPr kumimoji="1" lang="en-US" altLang="ja-JP" dirty="0"/>
              <a:t>(</a:t>
            </a:r>
            <a:r>
              <a:rPr kumimoji="1" lang="ja-JP" altLang="en-US" dirty="0"/>
              <a:t>邪魔にもならない</a:t>
            </a:r>
            <a:r>
              <a:rPr kumimoji="1" lang="en-US" altLang="ja-JP" dirty="0"/>
              <a:t>)</a:t>
            </a:r>
            <a:r>
              <a:rPr kumimoji="1" lang="ja-JP" altLang="en-US" dirty="0"/>
              <a:t>場所に移動</a:t>
            </a:r>
            <a:endParaRPr kumimoji="1" lang="en-US" altLang="ja-JP" dirty="0"/>
          </a:p>
          <a:p>
            <a:endParaRPr lang="en-US" altLang="ja-JP" dirty="0"/>
          </a:p>
          <a:p>
            <a:r>
              <a:rPr kumimoji="1" lang="ja-JP" altLang="en-US" dirty="0"/>
              <a:t>プログラムはトップディレクトリに存在</a:t>
            </a:r>
          </a:p>
        </p:txBody>
      </p:sp>
    </p:spTree>
    <p:extLst>
      <p:ext uri="{BB962C8B-B14F-4D97-AF65-F5344CB8AC3E}">
        <p14:creationId xmlns:p14="http://schemas.microsoft.com/office/powerpoint/2010/main" val="609164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3734482"/>
      </p:ext>
    </p:extLst>
  </p:cSld>
  <p:clrMapOvr>
    <a:masterClrMapping/>
  </p:clrMapOvr>
</p:sld>
</file>

<file path=ppt/theme/theme1.xml><?xml version="1.0" encoding="utf-8"?>
<a:theme xmlns:a="http://schemas.openxmlformats.org/drawingml/2006/main" name="デジタルリテラシ">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プレゼンテーション1" id="{89D5AA51-82D9-46A9-B088-81940A62FD39}" vid="{9DA0BA57-D874-448D-82DD-D6F8E40BAE5A}"/>
    </a:ext>
  </a:extLst>
</a:theme>
</file>

<file path=ppt/theme/theme2.xml><?xml version="1.0" encoding="utf-8"?>
<a:theme xmlns:a="http://schemas.openxmlformats.org/drawingml/2006/main" name="Office テーマ">
  <a:themeElements>
    <a:clrScheme name="F_Tool_8_EN">
      <a:dk1>
        <a:srgbClr val="000000"/>
      </a:dk1>
      <a:lt1>
        <a:sysClr val="window" lastClr="FFFFFF"/>
      </a:lt1>
      <a:dk2>
        <a:srgbClr val="D51C89"/>
      </a:dk2>
      <a:lt2>
        <a:srgbClr val="E60000"/>
      </a:lt2>
      <a:accent1>
        <a:srgbClr val="1813B1"/>
      </a:accent1>
      <a:accent2>
        <a:srgbClr val="00ECF4"/>
      </a:accent2>
      <a:accent3>
        <a:srgbClr val="75D700"/>
      </a:accent3>
      <a:accent4>
        <a:srgbClr val="00812F"/>
      </a:accent4>
      <a:accent5>
        <a:srgbClr val="FFE800"/>
      </a:accent5>
      <a:accent6>
        <a:srgbClr val="FF8100"/>
      </a:accent6>
      <a:hlink>
        <a:srgbClr val="0563C1"/>
      </a:hlink>
      <a:folHlink>
        <a:srgbClr val="954F72"/>
      </a:folHlink>
    </a:clrScheme>
    <a:fontScheme name="F_Tool_8_EN">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F_Tool_8_EN">
      <a:dk1>
        <a:srgbClr val="000000"/>
      </a:dk1>
      <a:lt1>
        <a:sysClr val="window" lastClr="FFFFFF"/>
      </a:lt1>
      <a:dk2>
        <a:srgbClr val="D51C89"/>
      </a:dk2>
      <a:lt2>
        <a:srgbClr val="E60000"/>
      </a:lt2>
      <a:accent1>
        <a:srgbClr val="1813B1"/>
      </a:accent1>
      <a:accent2>
        <a:srgbClr val="00ECF4"/>
      </a:accent2>
      <a:accent3>
        <a:srgbClr val="75D700"/>
      </a:accent3>
      <a:accent4>
        <a:srgbClr val="00812F"/>
      </a:accent4>
      <a:accent5>
        <a:srgbClr val="FFE800"/>
      </a:accent5>
      <a:accent6>
        <a:srgbClr val="FF8100"/>
      </a:accent6>
      <a:hlink>
        <a:srgbClr val="0563C1"/>
      </a:hlink>
      <a:folHlink>
        <a:srgbClr val="954F72"/>
      </a:folHlink>
    </a:clrScheme>
    <a:fontScheme name="F_Tool_8_EN">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個人</Template>
  <TotalTime>1389</TotalTime>
  <Words>725</Words>
  <Application>Microsoft Office PowerPoint</Application>
  <PresentationFormat>画面に合わせる (16:9)</PresentationFormat>
  <Paragraphs>141</Paragraphs>
  <Slides>23</Slides>
  <Notes>16</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23</vt:i4>
      </vt:variant>
    </vt:vector>
  </HeadingPairs>
  <TitlesOfParts>
    <vt:vector size="28" baseType="lpstr">
      <vt:lpstr>メイリオ</vt:lpstr>
      <vt:lpstr>Arial</vt:lpstr>
      <vt:lpstr>Times New Roman</vt:lpstr>
      <vt:lpstr>Wingdings</vt:lpstr>
      <vt:lpstr>デジタルリテラシ</vt:lpstr>
      <vt:lpstr>開発環境構築</vt:lpstr>
      <vt:lpstr>インストールが必要なソフトウェア(1)</vt:lpstr>
      <vt:lpstr>インストールが必要なソフトウェア(2)</vt:lpstr>
      <vt:lpstr>プログラム生成環境のインストール</vt:lpstr>
      <vt:lpstr>Githubからソースをダウンロード</vt:lpstr>
      <vt:lpstr>GithubリポジトリのZipダウンロード方法</vt:lpstr>
      <vt:lpstr>マニュアルへのアクセス</vt:lpstr>
      <vt:lpstr>Pythonのインストール</vt:lpstr>
      <vt:lpstr>Python</vt:lpstr>
      <vt:lpstr>Pythonライブラリのインストール</vt:lpstr>
      <vt:lpstr>Arduino IDEのインストールとセットアップ</vt:lpstr>
      <vt:lpstr>Arduino IDEのダウンロードとインストール</vt:lpstr>
      <vt:lpstr>セットアップ&amp;追加インストールが必要な項目</vt:lpstr>
      <vt:lpstr>動作確認</vt:lpstr>
      <vt:lpstr>Arduino用プラグインとライブラリの インストール</vt:lpstr>
      <vt:lpstr>Arduino IDEの画面構成</vt:lpstr>
      <vt:lpstr>Arduino用プラグインのインストール</vt:lpstr>
      <vt:lpstr>インストールするべきライブラリ</vt:lpstr>
      <vt:lpstr>IDEでのライブラリのインストール</vt:lpstr>
      <vt:lpstr>IDE外でのインストール</vt:lpstr>
      <vt:lpstr>IoT用プロトコル(MQTT)で，アクチュエータを制御する命令を送るソフトウェア</vt:lpstr>
      <vt:lpstr>Githubからソースをダウンロード</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野呂　正明</dc:creator>
  <cp:lastModifiedBy>り ぶ</cp:lastModifiedBy>
  <cp:revision>1</cp:revision>
  <cp:lastPrinted>2022-11-21T08:07:27Z</cp:lastPrinted>
  <dcterms:created xsi:type="dcterms:W3CDTF">2023-12-11T02:17:30Z</dcterms:created>
  <dcterms:modified xsi:type="dcterms:W3CDTF">2026-06-25T05:33:45Z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295cc1-d279-42ac-ab4d-3b0f4fece050_Enabled">
    <vt:lpwstr>true</vt:lpwstr>
  </property>
  <property fmtid="{D5CDD505-2E9C-101B-9397-08002B2CF9AE}" pid="3" name="MSIP_Label_a7295cc1-d279-42ac-ab4d-3b0f4fece050_SetDate">
    <vt:lpwstr>2021-10-28T00:05:04Z</vt:lpwstr>
  </property>
  <property fmtid="{D5CDD505-2E9C-101B-9397-08002B2CF9AE}" pid="4" name="MSIP_Label_a7295cc1-d279-42ac-ab4d-3b0f4fece050_Method">
    <vt:lpwstr>Standard</vt:lpwstr>
  </property>
  <property fmtid="{D5CDD505-2E9C-101B-9397-08002B2CF9AE}" pid="5" name="MSIP_Label_a7295cc1-d279-42ac-ab4d-3b0f4fece050_Name">
    <vt:lpwstr>FUJITSU-RESTRICTED​</vt:lpwstr>
  </property>
  <property fmtid="{D5CDD505-2E9C-101B-9397-08002B2CF9AE}" pid="6" name="MSIP_Label_a7295cc1-d279-42ac-ab4d-3b0f4fece050_SiteId">
    <vt:lpwstr>a19f121d-81e1-4858-a9d8-736e267fd4c7</vt:lpwstr>
  </property>
  <property fmtid="{D5CDD505-2E9C-101B-9397-08002B2CF9AE}" pid="7" name="MSIP_Label_a7295cc1-d279-42ac-ab4d-3b0f4fece050_ActionId">
    <vt:lpwstr>2213c45c-f659-4547-b6fb-40f3bd2d3676</vt:lpwstr>
  </property>
  <property fmtid="{D5CDD505-2E9C-101B-9397-08002B2CF9AE}" pid="8" name="MSIP_Label_a7295cc1-d279-42ac-ab4d-3b0f4fece050_ContentBits">
    <vt:lpwstr>0</vt:lpwstr>
  </property>
</Properties>
</file>