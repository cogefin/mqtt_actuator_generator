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97" r:id="rId1"/>
  </p:sldMasterIdLst>
  <p:notesMasterIdLst>
    <p:notesMasterId r:id="rId15"/>
  </p:notesMasterIdLst>
  <p:handoutMasterIdLst>
    <p:handoutMasterId r:id="rId16"/>
  </p:handoutMasterIdLst>
  <p:sldIdLst>
    <p:sldId id="578" r:id="rId2"/>
    <p:sldId id="582" r:id="rId3"/>
    <p:sldId id="576" r:id="rId4"/>
    <p:sldId id="579" r:id="rId5"/>
    <p:sldId id="577" r:id="rId6"/>
    <p:sldId id="583" r:id="rId7"/>
    <p:sldId id="572" r:id="rId8"/>
    <p:sldId id="571" r:id="rId9"/>
    <p:sldId id="573" r:id="rId10"/>
    <p:sldId id="575" r:id="rId11"/>
    <p:sldId id="574" r:id="rId12"/>
    <p:sldId id="581" r:id="rId13"/>
    <p:sldId id="584" r:id="rId14"/>
  </p:sldIdLst>
  <p:sldSz cx="9144000" cy="5143500" type="screen16x9"/>
  <p:notesSz cx="6742113" cy="987266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3" pos="5602" userDrawn="1">
          <p15:clr>
            <a:srgbClr val="A4A3A4"/>
          </p15:clr>
        </p15:guide>
        <p15:guide id="4" orient="horz" pos="395" userDrawn="1">
          <p15:clr>
            <a:srgbClr val="A4A3A4"/>
          </p15:clr>
        </p15:guide>
        <p15:guide id="5" orient="horz" pos="2981" userDrawn="1">
          <p15:clr>
            <a:srgbClr val="A4A3A4"/>
          </p15:clr>
        </p15:guide>
        <p15:guide id="6" pos="29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E5"/>
    <a:srgbClr val="FFFFCC"/>
    <a:srgbClr val="FFEFFF"/>
    <a:srgbClr val="FFCC00"/>
    <a:srgbClr val="FFE1FF"/>
    <a:srgbClr val="00E7EF"/>
    <a:srgbClr val="FFE700"/>
    <a:srgbClr val="FFFFFF"/>
    <a:srgbClr val="000000"/>
    <a:srgbClr val="EA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81988BB-B493-4A6B-B67D-0C7BEA94702C}" v="490" dt="2026-06-11T23:57:37.72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スタイル (淡色)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17292A2E-F333-43FB-9621-5CBBE7FDCDCB}" styleName="淡色スタイル 2 - アクセント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638B1855-1B75-4FBE-930C-398BA8C253C6}" styleName="テーマ スタイル 2 - アクセント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0A15C55-8517-42AA-B614-E9B94910E393}" styleName="中間スタイル 2 - アクセント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849" autoAdjust="0"/>
    <p:restoredTop sz="81672" autoAdjust="0"/>
  </p:normalViewPr>
  <p:slideViewPr>
    <p:cSldViewPr snapToGrid="0">
      <p:cViewPr varScale="1">
        <p:scale>
          <a:sx n="114" d="100"/>
          <a:sy n="114" d="100"/>
        </p:scale>
        <p:origin x="68" y="384"/>
      </p:cViewPr>
      <p:guideLst>
        <p:guide orient="horz" pos="1620"/>
        <p:guide pos="5602"/>
        <p:guide orient="horz" pos="395"/>
        <p:guide orient="horz" pos="2981"/>
        <p:guide pos="290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75" d="100"/>
          <a:sy n="75" d="100"/>
        </p:scale>
        <p:origin x="3452" y="25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り ぶ" userId="e79b0678f96bfbc0" providerId="LiveId" clId="{AAEDD26B-EFCD-460D-8863-543060308144}"/>
    <pc:docChg chg="undo custSel addSld delSld modSld sldOrd">
      <pc:chgData name="り ぶ" userId="e79b0678f96bfbc0" providerId="LiveId" clId="{AAEDD26B-EFCD-460D-8863-543060308144}" dt="2026-06-11T23:58:02.086" v="4681" actId="1076"/>
      <pc:docMkLst>
        <pc:docMk/>
      </pc:docMkLst>
      <pc:sldChg chg="del">
        <pc:chgData name="り ぶ" userId="e79b0678f96bfbc0" providerId="LiveId" clId="{AAEDD26B-EFCD-460D-8863-543060308144}" dt="2026-06-10T23:33:21.600" v="113" actId="2696"/>
        <pc:sldMkLst>
          <pc:docMk/>
          <pc:sldMk cId="3770236491" sldId="380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1993734482" sldId="401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3309090933" sldId="547"/>
        </pc:sldMkLst>
      </pc:sldChg>
      <pc:sldChg chg="modSp del mod">
        <pc:chgData name="り ぶ" userId="e79b0678f96bfbc0" providerId="LiveId" clId="{AAEDD26B-EFCD-460D-8863-543060308144}" dt="2026-06-10T23:33:21.600" v="113" actId="2696"/>
        <pc:sldMkLst>
          <pc:docMk/>
          <pc:sldMk cId="3581783374" sldId="548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937523892" sldId="549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2154047841" sldId="550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311755332" sldId="551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3269497465" sldId="552"/>
        </pc:sldMkLst>
      </pc:sldChg>
      <pc:sldChg chg="modSp del mod">
        <pc:chgData name="り ぶ" userId="e79b0678f96bfbc0" providerId="LiveId" clId="{AAEDD26B-EFCD-460D-8863-543060308144}" dt="2026-06-10T23:33:21.600" v="113" actId="2696"/>
        <pc:sldMkLst>
          <pc:docMk/>
          <pc:sldMk cId="841768923" sldId="553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2116195040" sldId="554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399629652" sldId="555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3467085786" sldId="557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4291912646" sldId="558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1031885253" sldId="559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3438214635" sldId="560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2136661841" sldId="561"/>
        </pc:sldMkLst>
      </pc:sldChg>
      <pc:sldChg chg="modSp del">
        <pc:chgData name="り ぶ" userId="e79b0678f96bfbc0" providerId="LiveId" clId="{AAEDD26B-EFCD-460D-8863-543060308144}" dt="2026-06-10T23:33:21.600" v="113" actId="2696"/>
        <pc:sldMkLst>
          <pc:docMk/>
          <pc:sldMk cId="3364481940" sldId="562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3530586547" sldId="564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2670449387" sldId="565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3162241750" sldId="566"/>
        </pc:sldMkLst>
      </pc:sldChg>
      <pc:sldChg chg="del">
        <pc:chgData name="り ぶ" userId="e79b0678f96bfbc0" providerId="LiveId" clId="{AAEDD26B-EFCD-460D-8863-543060308144}" dt="2026-06-10T23:33:21.600" v="113" actId="2696"/>
        <pc:sldMkLst>
          <pc:docMk/>
          <pc:sldMk cId="1344481777" sldId="567"/>
        </pc:sldMkLst>
      </pc:sldChg>
      <pc:sldChg chg="modSp new del mod">
        <pc:chgData name="り ぶ" userId="e79b0678f96bfbc0" providerId="LiveId" clId="{AAEDD26B-EFCD-460D-8863-543060308144}" dt="2026-06-10T23:33:21.600" v="113" actId="2696"/>
        <pc:sldMkLst>
          <pc:docMk/>
          <pc:sldMk cId="1156183206" sldId="568"/>
        </pc:sldMkLst>
      </pc:sldChg>
      <pc:sldChg chg="modSp add del mod">
        <pc:chgData name="り ぶ" userId="e79b0678f96bfbc0" providerId="LiveId" clId="{AAEDD26B-EFCD-460D-8863-543060308144}" dt="2026-06-10T23:33:21.600" v="113" actId="2696"/>
        <pc:sldMkLst>
          <pc:docMk/>
          <pc:sldMk cId="609164567" sldId="569"/>
        </pc:sldMkLst>
      </pc:sldChg>
      <pc:sldChg chg="addSp new del mod">
        <pc:chgData name="り ぶ" userId="e79b0678f96bfbc0" providerId="LiveId" clId="{AAEDD26B-EFCD-460D-8863-543060308144}" dt="2026-06-10T23:46:30.473" v="188" actId="2696"/>
        <pc:sldMkLst>
          <pc:docMk/>
          <pc:sldMk cId="588631859" sldId="570"/>
        </pc:sldMkLst>
        <pc:picChg chg="add">
          <ac:chgData name="り ぶ" userId="e79b0678f96bfbc0" providerId="LiveId" clId="{AAEDD26B-EFCD-460D-8863-543060308144}" dt="2026-06-10T23:34:12.628" v="114" actId="22"/>
          <ac:picMkLst>
            <pc:docMk/>
            <pc:sldMk cId="588631859" sldId="570"/>
            <ac:picMk id="4" creationId="{8178439B-2FFC-177A-956E-65E7CDA0B379}"/>
          </ac:picMkLst>
        </pc:picChg>
      </pc:sldChg>
      <pc:sldChg chg="addSp modSp new mod ord">
        <pc:chgData name="り ぶ" userId="e79b0678f96bfbc0" providerId="LiveId" clId="{AAEDD26B-EFCD-460D-8863-543060308144}" dt="2026-06-10T23:49:19.577" v="318"/>
        <pc:sldMkLst>
          <pc:docMk/>
          <pc:sldMk cId="3638911849" sldId="571"/>
        </pc:sldMkLst>
        <pc:spChg chg="mod">
          <ac:chgData name="り ぶ" userId="e79b0678f96bfbc0" providerId="LiveId" clId="{AAEDD26B-EFCD-460D-8863-543060308144}" dt="2026-06-10T23:46:42.755" v="207"/>
          <ac:spMkLst>
            <pc:docMk/>
            <pc:sldMk cId="3638911849" sldId="571"/>
            <ac:spMk id="2" creationId="{9E07E848-F93D-9327-D0DA-6B632A7EAEF8}"/>
          </ac:spMkLst>
        </pc:spChg>
        <pc:spChg chg="add mod">
          <ac:chgData name="り ぶ" userId="e79b0678f96bfbc0" providerId="LiveId" clId="{AAEDD26B-EFCD-460D-8863-543060308144}" dt="2026-06-10T23:47:57.764" v="238" actId="404"/>
          <ac:spMkLst>
            <pc:docMk/>
            <pc:sldMk cId="3638911849" sldId="571"/>
            <ac:spMk id="13" creationId="{D226898D-4EBD-B720-3281-6748FFA6A6EB}"/>
          </ac:spMkLst>
        </pc:spChg>
        <pc:spChg chg="add mod">
          <ac:chgData name="り ぶ" userId="e79b0678f96bfbc0" providerId="LiveId" clId="{AAEDD26B-EFCD-460D-8863-543060308144}" dt="2026-06-10T23:48:12.029" v="252" actId="1076"/>
          <ac:spMkLst>
            <pc:docMk/>
            <pc:sldMk cId="3638911849" sldId="571"/>
            <ac:spMk id="14" creationId="{77C393D2-D512-1E72-2745-5499D083ED9A}"/>
          </ac:spMkLst>
        </pc:spChg>
        <pc:spChg chg="add mod">
          <ac:chgData name="り ぶ" userId="e79b0678f96bfbc0" providerId="LiveId" clId="{AAEDD26B-EFCD-460D-8863-543060308144}" dt="2026-06-10T23:49:00.180" v="302" actId="1076"/>
          <ac:spMkLst>
            <pc:docMk/>
            <pc:sldMk cId="3638911849" sldId="571"/>
            <ac:spMk id="15" creationId="{C452A79B-FF25-3182-F0E5-C96822443145}"/>
          </ac:spMkLst>
        </pc:spChg>
        <pc:spChg chg="add mod">
          <ac:chgData name="り ぶ" userId="e79b0678f96bfbc0" providerId="LiveId" clId="{AAEDD26B-EFCD-460D-8863-543060308144}" dt="2026-06-10T23:48:37.604" v="287"/>
          <ac:spMkLst>
            <pc:docMk/>
            <pc:sldMk cId="3638911849" sldId="571"/>
            <ac:spMk id="16" creationId="{8843373E-E523-FEF4-2ADC-C944C2BDE1EB}"/>
          </ac:spMkLst>
        </pc:spChg>
        <pc:spChg chg="add mod">
          <ac:chgData name="り ぶ" userId="e79b0678f96bfbc0" providerId="LiveId" clId="{AAEDD26B-EFCD-460D-8863-543060308144}" dt="2026-06-10T23:48:52.866" v="299" actId="1076"/>
          <ac:spMkLst>
            <pc:docMk/>
            <pc:sldMk cId="3638911849" sldId="571"/>
            <ac:spMk id="17" creationId="{E78E653F-AAC8-DC18-A4E1-2C829905C627}"/>
          </ac:spMkLst>
        </pc:spChg>
        <pc:spChg chg="add mod">
          <ac:chgData name="り ぶ" userId="e79b0678f96bfbc0" providerId="LiveId" clId="{AAEDD26B-EFCD-460D-8863-543060308144}" dt="2026-06-10T23:49:10.957" v="312" actId="1076"/>
          <ac:spMkLst>
            <pc:docMk/>
            <pc:sldMk cId="3638911849" sldId="571"/>
            <ac:spMk id="18" creationId="{E7A1C212-198C-5140-4690-C7FD05E10E25}"/>
          </ac:spMkLst>
        </pc:spChg>
        <pc:spChg chg="add mod">
          <ac:chgData name="り ぶ" userId="e79b0678f96bfbc0" providerId="LiveId" clId="{AAEDD26B-EFCD-460D-8863-543060308144}" dt="2026-06-10T23:49:19.577" v="318"/>
          <ac:spMkLst>
            <pc:docMk/>
            <pc:sldMk cId="3638911849" sldId="571"/>
            <ac:spMk id="19" creationId="{30409784-4283-1262-F725-0FA357D3AA11}"/>
          </ac:spMkLst>
        </pc:spChg>
        <pc:picChg chg="add mod modCrop">
          <ac:chgData name="り ぶ" userId="e79b0678f96bfbc0" providerId="LiveId" clId="{AAEDD26B-EFCD-460D-8863-543060308144}" dt="2026-06-10T23:47:59.661" v="239" actId="1076"/>
          <ac:picMkLst>
            <pc:docMk/>
            <pc:sldMk cId="3638911849" sldId="571"/>
            <ac:picMk id="3" creationId="{F8F12213-7B87-08A9-DC30-F05D4ECF49BE}"/>
          </ac:picMkLst>
        </pc:picChg>
        <pc:picChg chg="add mod">
          <ac:chgData name="り ぶ" userId="e79b0678f96bfbc0" providerId="LiveId" clId="{AAEDD26B-EFCD-460D-8863-543060308144}" dt="2026-06-10T23:40:38.842" v="158" actId="1076"/>
          <ac:picMkLst>
            <pc:docMk/>
            <pc:sldMk cId="3638911849" sldId="571"/>
            <ac:picMk id="4" creationId="{5B70ACA3-D053-371D-1830-6117D5A3D33F}"/>
          </ac:picMkLst>
        </pc:picChg>
        <pc:picChg chg="add mod">
          <ac:chgData name="り ぶ" userId="e79b0678f96bfbc0" providerId="LiveId" clId="{AAEDD26B-EFCD-460D-8863-543060308144}" dt="2026-06-10T23:46:11.501" v="185" actId="1076"/>
          <ac:picMkLst>
            <pc:docMk/>
            <pc:sldMk cId="3638911849" sldId="571"/>
            <ac:picMk id="5" creationId="{F51173D3-B11C-7E8F-EE17-8923EA84EA23}"/>
          </ac:picMkLst>
        </pc:picChg>
        <pc:picChg chg="add mod">
          <ac:chgData name="り ぶ" userId="e79b0678f96bfbc0" providerId="LiveId" clId="{AAEDD26B-EFCD-460D-8863-543060308144}" dt="2026-06-10T23:43:53.356" v="176" actId="1076"/>
          <ac:picMkLst>
            <pc:docMk/>
            <pc:sldMk cId="3638911849" sldId="571"/>
            <ac:picMk id="6" creationId="{4EA851BC-F348-A8F7-CE10-3F17D97F95E6}"/>
          </ac:picMkLst>
        </pc:picChg>
        <pc:picChg chg="add mod modCrop">
          <ac:chgData name="り ぶ" userId="e79b0678f96bfbc0" providerId="LiveId" clId="{AAEDD26B-EFCD-460D-8863-543060308144}" dt="2026-06-10T23:46:07.384" v="183" actId="14100"/>
          <ac:picMkLst>
            <pc:docMk/>
            <pc:sldMk cId="3638911849" sldId="571"/>
            <ac:picMk id="8" creationId="{FD9033E1-AFCE-A161-EC03-A597BE9D59D7}"/>
          </ac:picMkLst>
        </pc:picChg>
        <pc:picChg chg="add mod modCrop">
          <ac:chgData name="り ぶ" userId="e79b0678f96bfbc0" providerId="LiveId" clId="{AAEDD26B-EFCD-460D-8863-543060308144}" dt="2026-06-10T23:46:04.550" v="182" actId="1076"/>
          <ac:picMkLst>
            <pc:docMk/>
            <pc:sldMk cId="3638911849" sldId="571"/>
            <ac:picMk id="10" creationId="{FC5C7D58-DD0A-5CFD-93F9-BC7F491357A6}"/>
          </ac:picMkLst>
        </pc:picChg>
        <pc:picChg chg="add mod modCrop">
          <ac:chgData name="り ぶ" userId="e79b0678f96bfbc0" providerId="LiveId" clId="{AAEDD26B-EFCD-460D-8863-543060308144}" dt="2026-06-10T23:48:41.826" v="288" actId="1076"/>
          <ac:picMkLst>
            <pc:docMk/>
            <pc:sldMk cId="3638911849" sldId="571"/>
            <ac:picMk id="12" creationId="{50A99904-12EE-79A4-1377-854D85D48975}"/>
          </ac:picMkLst>
        </pc:picChg>
      </pc:sldChg>
      <pc:sldChg chg="addSp modSp new del mod">
        <pc:chgData name="り ぶ" userId="e79b0678f96bfbc0" providerId="LiveId" clId="{AAEDD26B-EFCD-460D-8863-543060308144}" dt="2026-06-10T23:46:30.473" v="188" actId="2696"/>
        <pc:sldMkLst>
          <pc:docMk/>
          <pc:sldMk cId="2965660871" sldId="572"/>
        </pc:sldMkLst>
        <pc:picChg chg="add mod modCrop">
          <ac:chgData name="り ぶ" userId="e79b0678f96bfbc0" providerId="LiveId" clId="{AAEDD26B-EFCD-460D-8863-543060308144}" dt="2026-06-10T23:36:18.731" v="131" actId="1076"/>
          <ac:picMkLst>
            <pc:docMk/>
            <pc:sldMk cId="2965660871" sldId="572"/>
            <ac:picMk id="4" creationId="{0246160A-4BF5-29DE-CC39-3769241B42CB}"/>
          </ac:picMkLst>
        </pc:picChg>
      </pc:sldChg>
      <pc:sldChg chg="addSp delSp modSp new mod modClrScheme chgLayout">
        <pc:chgData name="り ぶ" userId="e79b0678f96bfbc0" providerId="LiveId" clId="{AAEDD26B-EFCD-460D-8863-543060308144}" dt="2026-06-11T01:21:16.782" v="4220" actId="20577"/>
        <pc:sldMkLst>
          <pc:docMk/>
          <pc:sldMk cId="4238208806" sldId="572"/>
        </pc:sldMkLst>
        <pc:spChg chg="mod ord">
          <ac:chgData name="り ぶ" userId="e79b0678f96bfbc0" providerId="LiveId" clId="{AAEDD26B-EFCD-460D-8863-543060308144}" dt="2026-06-11T01:07:50.464" v="3602" actId="700"/>
          <ac:spMkLst>
            <pc:docMk/>
            <pc:sldMk cId="4238208806" sldId="572"/>
            <ac:spMk id="2" creationId="{069FDF59-275C-9AAB-D834-3572E8C3206C}"/>
          </ac:spMkLst>
        </pc:spChg>
        <pc:spChg chg="add mod">
          <ac:chgData name="り ぶ" userId="e79b0678f96bfbc0" providerId="LiveId" clId="{AAEDD26B-EFCD-460D-8863-543060308144}" dt="2026-06-11T01:07:47.436" v="3601" actId="1076"/>
          <ac:spMkLst>
            <pc:docMk/>
            <pc:sldMk cId="4238208806" sldId="572"/>
            <ac:spMk id="9" creationId="{9E111E2C-8AB9-922F-C260-23B2112114A6}"/>
          </ac:spMkLst>
        </pc:spChg>
        <pc:spChg chg="add mod">
          <ac:chgData name="り ぶ" userId="e79b0678f96bfbc0" providerId="LiveId" clId="{AAEDD26B-EFCD-460D-8863-543060308144}" dt="2026-06-11T01:07:47.436" v="3601" actId="1076"/>
          <ac:spMkLst>
            <pc:docMk/>
            <pc:sldMk cId="4238208806" sldId="572"/>
            <ac:spMk id="10" creationId="{26A59EB6-08F3-ECEC-F0DE-66A1D1102BFA}"/>
          </ac:spMkLst>
        </pc:spChg>
        <pc:spChg chg="add mod">
          <ac:chgData name="り ぶ" userId="e79b0678f96bfbc0" providerId="LiveId" clId="{AAEDD26B-EFCD-460D-8863-543060308144}" dt="2026-06-11T01:07:47.436" v="3601" actId="1076"/>
          <ac:spMkLst>
            <pc:docMk/>
            <pc:sldMk cId="4238208806" sldId="572"/>
            <ac:spMk id="13" creationId="{61792909-27A4-FFBA-5CEE-3B62941D0E2B}"/>
          </ac:spMkLst>
        </pc:spChg>
        <pc:spChg chg="add mod ord">
          <ac:chgData name="り ぶ" userId="e79b0678f96bfbc0" providerId="LiveId" clId="{AAEDD26B-EFCD-460D-8863-543060308144}" dt="2026-06-11T01:07:47.436" v="3601" actId="1076"/>
          <ac:spMkLst>
            <pc:docMk/>
            <pc:sldMk cId="4238208806" sldId="572"/>
            <ac:spMk id="16" creationId="{78EE9ADD-8FA1-547C-BEDE-948B39278937}"/>
          </ac:spMkLst>
        </pc:spChg>
        <pc:spChg chg="add mod">
          <ac:chgData name="り ぶ" userId="e79b0678f96bfbc0" providerId="LiveId" clId="{AAEDD26B-EFCD-460D-8863-543060308144}" dt="2026-06-11T01:07:47.436" v="3601" actId="1076"/>
          <ac:spMkLst>
            <pc:docMk/>
            <pc:sldMk cId="4238208806" sldId="572"/>
            <ac:spMk id="19" creationId="{F26179EB-2C64-3557-254E-7C628A799ED0}"/>
          </ac:spMkLst>
        </pc:spChg>
        <pc:spChg chg="add mod">
          <ac:chgData name="り ぶ" userId="e79b0678f96bfbc0" providerId="LiveId" clId="{AAEDD26B-EFCD-460D-8863-543060308144}" dt="2026-06-11T01:07:47.436" v="3601" actId="1076"/>
          <ac:spMkLst>
            <pc:docMk/>
            <pc:sldMk cId="4238208806" sldId="572"/>
            <ac:spMk id="20" creationId="{9AFB7CDE-1D5F-36E4-EB8E-E69E0B7C6744}"/>
          </ac:spMkLst>
        </pc:spChg>
        <pc:spChg chg="add mod">
          <ac:chgData name="り ぶ" userId="e79b0678f96bfbc0" providerId="LiveId" clId="{AAEDD26B-EFCD-460D-8863-543060308144}" dt="2026-06-11T01:07:47.436" v="3601" actId="1076"/>
          <ac:spMkLst>
            <pc:docMk/>
            <pc:sldMk cId="4238208806" sldId="572"/>
            <ac:spMk id="21" creationId="{EBD651CD-D6AB-5B91-CCB9-70D0BC1ED097}"/>
          </ac:spMkLst>
        </pc:spChg>
        <pc:spChg chg="add mod">
          <ac:chgData name="り ぶ" userId="e79b0678f96bfbc0" providerId="LiveId" clId="{AAEDD26B-EFCD-460D-8863-543060308144}" dt="2026-06-11T01:07:47.436" v="3601" actId="1076"/>
          <ac:spMkLst>
            <pc:docMk/>
            <pc:sldMk cId="4238208806" sldId="572"/>
            <ac:spMk id="22" creationId="{B0509789-6DD2-D5FE-BF94-AC6215A734E1}"/>
          </ac:spMkLst>
        </pc:spChg>
        <pc:spChg chg="add mod ord">
          <ac:chgData name="り ぶ" userId="e79b0678f96bfbc0" providerId="LiveId" clId="{AAEDD26B-EFCD-460D-8863-543060308144}" dt="2026-06-11T01:21:16.782" v="4220" actId="20577"/>
          <ac:spMkLst>
            <pc:docMk/>
            <pc:sldMk cId="4238208806" sldId="572"/>
            <ac:spMk id="23" creationId="{2E8D95E9-7686-F65B-7E23-3B2BA0595D6E}"/>
          </ac:spMkLst>
        </pc:spChg>
        <pc:picChg chg="add mod">
          <ac:chgData name="り ぶ" userId="e79b0678f96bfbc0" providerId="LiveId" clId="{AAEDD26B-EFCD-460D-8863-543060308144}" dt="2026-06-11T01:07:47.436" v="3601" actId="1076"/>
          <ac:picMkLst>
            <pc:docMk/>
            <pc:sldMk cId="4238208806" sldId="572"/>
            <ac:picMk id="4" creationId="{47E48EAF-5593-08E1-A22F-6A75350C8DE1}"/>
          </ac:picMkLst>
        </pc:picChg>
        <pc:picChg chg="add mod">
          <ac:chgData name="り ぶ" userId="e79b0678f96bfbc0" providerId="LiveId" clId="{AAEDD26B-EFCD-460D-8863-543060308144}" dt="2026-06-11T00:01:58.858" v="417" actId="1076"/>
          <ac:picMkLst>
            <pc:docMk/>
            <pc:sldMk cId="4238208806" sldId="572"/>
            <ac:picMk id="6" creationId="{07B8D0C1-E33D-2D13-2647-0A0BF2EBF0B2}"/>
          </ac:picMkLst>
        </pc:picChg>
        <pc:picChg chg="add mod">
          <ac:chgData name="り ぶ" userId="e79b0678f96bfbc0" providerId="LiveId" clId="{AAEDD26B-EFCD-460D-8863-543060308144}" dt="2026-06-11T01:07:47.436" v="3601" actId="1076"/>
          <ac:picMkLst>
            <pc:docMk/>
            <pc:sldMk cId="4238208806" sldId="572"/>
            <ac:picMk id="12" creationId="{C602F98C-0A52-0B02-EBAA-EACF2A408A81}"/>
          </ac:picMkLst>
        </pc:picChg>
        <pc:picChg chg="add del mod">
          <ac:chgData name="り ぶ" userId="e79b0678f96bfbc0" providerId="LiveId" clId="{AAEDD26B-EFCD-460D-8863-543060308144}" dt="2026-06-11T00:00:21.494" v="378" actId="478"/>
          <ac:picMkLst>
            <pc:docMk/>
            <pc:sldMk cId="4238208806" sldId="572"/>
            <ac:picMk id="15" creationId="{02837139-6956-CCDB-600E-3FB3454F3D5B}"/>
          </ac:picMkLst>
        </pc:picChg>
        <pc:cxnChg chg="add mod">
          <ac:chgData name="り ぶ" userId="e79b0678f96bfbc0" providerId="LiveId" clId="{AAEDD26B-EFCD-460D-8863-543060308144}" dt="2026-06-11T00:01:58.858" v="417" actId="1076"/>
          <ac:cxnSpMkLst>
            <pc:docMk/>
            <pc:sldMk cId="4238208806" sldId="572"/>
            <ac:cxnSpMk id="8" creationId="{9ACA7D63-3188-8B5D-C960-3CBDE64D9CF4}"/>
          </ac:cxnSpMkLst>
        </pc:cxnChg>
        <pc:cxnChg chg="add mod">
          <ac:chgData name="り ぶ" userId="e79b0678f96bfbc0" providerId="LiveId" clId="{AAEDD26B-EFCD-460D-8863-543060308144}" dt="2026-06-11T00:01:06.357" v="384" actId="692"/>
          <ac:cxnSpMkLst>
            <pc:docMk/>
            <pc:sldMk cId="4238208806" sldId="572"/>
            <ac:cxnSpMk id="18" creationId="{16A36F8D-7137-14C6-869B-FA6EC870BA1A}"/>
          </ac:cxnSpMkLst>
        </pc:cxnChg>
      </pc:sldChg>
      <pc:sldChg chg="addSp delSp modSp new mod ord">
        <pc:chgData name="り ぶ" userId="e79b0678f96bfbc0" providerId="LiveId" clId="{AAEDD26B-EFCD-460D-8863-543060308144}" dt="2026-06-11T01:15:34.183" v="4118"/>
        <pc:sldMkLst>
          <pc:docMk/>
          <pc:sldMk cId="3400249777" sldId="573"/>
        </pc:sldMkLst>
        <pc:spChg chg="mod">
          <ac:chgData name="り ぶ" userId="e79b0678f96bfbc0" providerId="LiveId" clId="{AAEDD26B-EFCD-460D-8863-543060308144}" dt="2026-06-11T00:21:18.537" v="1122"/>
          <ac:spMkLst>
            <pc:docMk/>
            <pc:sldMk cId="3400249777" sldId="573"/>
            <ac:spMk id="2" creationId="{A9BFECEF-414F-FE8E-E2F1-9611C7701FD7}"/>
          </ac:spMkLst>
        </pc:spChg>
        <pc:spChg chg="add del mod">
          <ac:chgData name="り ぶ" userId="e79b0678f96bfbc0" providerId="LiveId" clId="{AAEDD26B-EFCD-460D-8863-543060308144}" dt="2026-06-11T00:05:08.407" v="427" actId="478"/>
          <ac:spMkLst>
            <pc:docMk/>
            <pc:sldMk cId="3400249777" sldId="573"/>
            <ac:spMk id="10" creationId="{6E40C4CD-9DA8-BEDC-E3B6-F5428F90D70C}"/>
          </ac:spMkLst>
        </pc:spChg>
        <pc:spChg chg="add mod">
          <ac:chgData name="り ぶ" userId="e79b0678f96bfbc0" providerId="LiveId" clId="{AAEDD26B-EFCD-460D-8863-543060308144}" dt="2026-06-11T00:21:26.170" v="1123" actId="1076"/>
          <ac:spMkLst>
            <pc:docMk/>
            <pc:sldMk cId="3400249777" sldId="573"/>
            <ac:spMk id="13" creationId="{F492F3C3-F6CF-95A5-626C-9816F3087E30}"/>
          </ac:spMkLst>
        </pc:spChg>
        <pc:spChg chg="add mod">
          <ac:chgData name="り ぶ" userId="e79b0678f96bfbc0" providerId="LiveId" clId="{AAEDD26B-EFCD-460D-8863-543060308144}" dt="2026-06-11T00:21:26.170" v="1123" actId="1076"/>
          <ac:spMkLst>
            <pc:docMk/>
            <pc:sldMk cId="3400249777" sldId="573"/>
            <ac:spMk id="14" creationId="{CC05413F-6D01-562C-CD67-EC8091265B6A}"/>
          </ac:spMkLst>
        </pc:spChg>
        <pc:spChg chg="add mod">
          <ac:chgData name="り ぶ" userId="e79b0678f96bfbc0" providerId="LiveId" clId="{AAEDD26B-EFCD-460D-8863-543060308144}" dt="2026-06-11T00:21:26.170" v="1123" actId="1076"/>
          <ac:spMkLst>
            <pc:docMk/>
            <pc:sldMk cId="3400249777" sldId="573"/>
            <ac:spMk id="18" creationId="{FC4A2367-FFDC-2D75-9EF5-77E8928FF5AD}"/>
          </ac:spMkLst>
        </pc:spChg>
        <pc:spChg chg="add mod">
          <ac:chgData name="り ぶ" userId="e79b0678f96bfbc0" providerId="LiveId" clId="{AAEDD26B-EFCD-460D-8863-543060308144}" dt="2026-06-11T00:21:26.170" v="1123" actId="1076"/>
          <ac:spMkLst>
            <pc:docMk/>
            <pc:sldMk cId="3400249777" sldId="573"/>
            <ac:spMk id="20" creationId="{80BBEF47-1761-66D6-B1B6-0763AF7A661E}"/>
          </ac:spMkLst>
        </pc:spChg>
        <pc:spChg chg="add mod">
          <ac:chgData name="り ぶ" userId="e79b0678f96bfbc0" providerId="LiveId" clId="{AAEDD26B-EFCD-460D-8863-543060308144}" dt="2026-06-11T00:21:26.170" v="1123" actId="1076"/>
          <ac:spMkLst>
            <pc:docMk/>
            <pc:sldMk cId="3400249777" sldId="573"/>
            <ac:spMk id="21" creationId="{D97B24C3-677D-8DC8-9BB7-6736CD34F2D6}"/>
          </ac:spMkLst>
        </pc:spChg>
        <pc:spChg chg="add mod">
          <ac:chgData name="り ぶ" userId="e79b0678f96bfbc0" providerId="LiveId" clId="{AAEDD26B-EFCD-460D-8863-543060308144}" dt="2026-06-11T00:23:59.426" v="1268" actId="1076"/>
          <ac:spMkLst>
            <pc:docMk/>
            <pc:sldMk cId="3400249777" sldId="573"/>
            <ac:spMk id="22" creationId="{CCC76818-2190-8FF5-9E98-6F12223B379C}"/>
          </ac:spMkLst>
        </pc:spChg>
        <pc:picChg chg="add mod">
          <ac:chgData name="り ぶ" userId="e79b0678f96bfbc0" providerId="LiveId" clId="{AAEDD26B-EFCD-460D-8863-543060308144}" dt="2026-06-11T00:21:26.170" v="1123" actId="1076"/>
          <ac:picMkLst>
            <pc:docMk/>
            <pc:sldMk cId="3400249777" sldId="573"/>
            <ac:picMk id="3" creationId="{BB6AFE5A-52FD-570F-B5B8-81240F4D7355}"/>
          </ac:picMkLst>
        </pc:picChg>
        <pc:picChg chg="add mod">
          <ac:chgData name="り ぶ" userId="e79b0678f96bfbc0" providerId="LiveId" clId="{AAEDD26B-EFCD-460D-8863-543060308144}" dt="2026-06-11T00:08:24.110" v="515" actId="1076"/>
          <ac:picMkLst>
            <pc:docMk/>
            <pc:sldMk cId="3400249777" sldId="573"/>
            <ac:picMk id="4" creationId="{35973E40-6F19-D9C0-3036-ECF3D54D1F15}"/>
          </ac:picMkLst>
        </pc:picChg>
        <pc:picChg chg="add mod">
          <ac:chgData name="り ぶ" userId="e79b0678f96bfbc0" providerId="LiveId" clId="{AAEDD26B-EFCD-460D-8863-543060308144}" dt="2026-06-11T00:08:24.110" v="515" actId="1076"/>
          <ac:picMkLst>
            <pc:docMk/>
            <pc:sldMk cId="3400249777" sldId="573"/>
            <ac:picMk id="5" creationId="{A2FAB178-8D70-4739-92F0-9BCD957D45AD}"/>
          </ac:picMkLst>
        </pc:picChg>
        <pc:picChg chg="add mod">
          <ac:chgData name="り ぶ" userId="e79b0678f96bfbc0" providerId="LiveId" clId="{AAEDD26B-EFCD-460D-8863-543060308144}" dt="2026-06-11T00:21:26.170" v="1123" actId="1076"/>
          <ac:picMkLst>
            <pc:docMk/>
            <pc:sldMk cId="3400249777" sldId="573"/>
            <ac:picMk id="6" creationId="{8F931095-1ADC-9E4B-332C-85829CA81686}"/>
          </ac:picMkLst>
        </pc:picChg>
        <pc:picChg chg="add mod">
          <ac:chgData name="り ぶ" userId="e79b0678f96bfbc0" providerId="LiveId" clId="{AAEDD26B-EFCD-460D-8863-543060308144}" dt="2026-06-11T00:08:24.110" v="515" actId="1076"/>
          <ac:picMkLst>
            <pc:docMk/>
            <pc:sldMk cId="3400249777" sldId="573"/>
            <ac:picMk id="7" creationId="{26AB1FAC-9B8C-2E62-A645-5773B28E965C}"/>
          </ac:picMkLst>
        </pc:picChg>
        <pc:picChg chg="add mod">
          <ac:chgData name="り ぶ" userId="e79b0678f96bfbc0" providerId="LiveId" clId="{AAEDD26B-EFCD-460D-8863-543060308144}" dt="2026-06-11T00:08:24.110" v="515" actId="1076"/>
          <ac:picMkLst>
            <pc:docMk/>
            <pc:sldMk cId="3400249777" sldId="573"/>
            <ac:picMk id="8" creationId="{20139CFB-862B-A4D9-9565-B51E32C8D8A3}"/>
          </ac:picMkLst>
        </pc:picChg>
        <pc:picChg chg="add mod">
          <ac:chgData name="り ぶ" userId="e79b0678f96bfbc0" providerId="LiveId" clId="{AAEDD26B-EFCD-460D-8863-543060308144}" dt="2026-06-11T00:21:26.170" v="1123" actId="1076"/>
          <ac:picMkLst>
            <pc:docMk/>
            <pc:sldMk cId="3400249777" sldId="573"/>
            <ac:picMk id="9" creationId="{AA962496-AA9D-187E-4F3B-A3795DB6D5E1}"/>
          </ac:picMkLst>
        </pc:picChg>
        <pc:picChg chg="add mod">
          <ac:chgData name="り ぶ" userId="e79b0678f96bfbc0" providerId="LiveId" clId="{AAEDD26B-EFCD-460D-8863-543060308144}" dt="2026-06-11T00:21:26.170" v="1123" actId="1076"/>
          <ac:picMkLst>
            <pc:docMk/>
            <pc:sldMk cId="3400249777" sldId="573"/>
            <ac:picMk id="12" creationId="{E5C6A165-1E40-C9C9-0782-DC96A76CD741}"/>
          </ac:picMkLst>
        </pc:picChg>
        <pc:cxnChg chg="add mod">
          <ac:chgData name="り ぶ" userId="e79b0678f96bfbc0" providerId="LiveId" clId="{AAEDD26B-EFCD-460D-8863-543060308144}" dt="2026-06-11T00:08:15.077" v="513" actId="14100"/>
          <ac:cxnSpMkLst>
            <pc:docMk/>
            <pc:sldMk cId="3400249777" sldId="573"/>
            <ac:cxnSpMk id="16" creationId="{45594A59-8503-847C-088D-86FABEE6AA00}"/>
          </ac:cxnSpMkLst>
        </pc:cxnChg>
      </pc:sldChg>
      <pc:sldChg chg="addSp modSp new del mod">
        <pc:chgData name="り ぶ" userId="e79b0678f96bfbc0" providerId="LiveId" clId="{AAEDD26B-EFCD-460D-8863-543060308144}" dt="2026-06-10T23:46:30.473" v="188" actId="2696"/>
        <pc:sldMkLst>
          <pc:docMk/>
          <pc:sldMk cId="4124017460" sldId="573"/>
        </pc:sldMkLst>
        <pc:picChg chg="add mod modCrop">
          <ac:chgData name="り ぶ" userId="e79b0678f96bfbc0" providerId="LiveId" clId="{AAEDD26B-EFCD-460D-8863-543060308144}" dt="2026-06-10T23:37:20.819" v="137" actId="732"/>
          <ac:picMkLst>
            <pc:docMk/>
            <pc:sldMk cId="4124017460" sldId="573"/>
            <ac:picMk id="4" creationId="{2AD59416-E75D-36EA-20DD-4F792AB5A8E1}"/>
          </ac:picMkLst>
        </pc:picChg>
      </pc:sldChg>
      <pc:sldChg chg="addSp modSp new mod">
        <pc:chgData name="り ぶ" userId="e79b0678f96bfbc0" providerId="LiveId" clId="{AAEDD26B-EFCD-460D-8863-543060308144}" dt="2026-06-11T09:08:12.680" v="4576" actId="207"/>
        <pc:sldMkLst>
          <pc:docMk/>
          <pc:sldMk cId="3198118935" sldId="574"/>
        </pc:sldMkLst>
        <pc:spChg chg="mod">
          <ac:chgData name="り ぶ" userId="e79b0678f96bfbc0" providerId="LiveId" clId="{AAEDD26B-EFCD-460D-8863-543060308144}" dt="2026-06-11T00:22:09.542" v="1138"/>
          <ac:spMkLst>
            <pc:docMk/>
            <pc:sldMk cId="3198118935" sldId="574"/>
            <ac:spMk id="2" creationId="{7D47B3EA-9B2A-986A-6A69-368D0C14075E}"/>
          </ac:spMkLst>
        </pc:spChg>
        <pc:spChg chg="add mod">
          <ac:chgData name="り ぶ" userId="e79b0678f96bfbc0" providerId="LiveId" clId="{AAEDD26B-EFCD-460D-8863-543060308144}" dt="2026-06-11T09:07:55.543" v="4572" actId="207"/>
          <ac:spMkLst>
            <pc:docMk/>
            <pc:sldMk cId="3198118935" sldId="574"/>
            <ac:spMk id="3" creationId="{62A255EC-0F3A-C682-0FCC-846DB7E5E9E5}"/>
          </ac:spMkLst>
        </pc:spChg>
        <pc:spChg chg="add mod">
          <ac:chgData name="り ぶ" userId="e79b0678f96bfbc0" providerId="LiveId" clId="{AAEDD26B-EFCD-460D-8863-543060308144}" dt="2026-06-11T00:19:53.505" v="1031" actId="1076"/>
          <ac:spMkLst>
            <pc:docMk/>
            <pc:sldMk cId="3198118935" sldId="574"/>
            <ac:spMk id="4" creationId="{1DE87778-CE2C-1088-1413-3F0984BC251C}"/>
          </ac:spMkLst>
        </pc:spChg>
        <pc:spChg chg="add mod">
          <ac:chgData name="り ぶ" userId="e79b0678f96bfbc0" providerId="LiveId" clId="{AAEDD26B-EFCD-460D-8863-543060308144}" dt="2026-06-11T00:19:53.505" v="1031" actId="1076"/>
          <ac:spMkLst>
            <pc:docMk/>
            <pc:sldMk cId="3198118935" sldId="574"/>
            <ac:spMk id="9" creationId="{B234E110-4DAF-22CA-B706-2C9E7DBF4491}"/>
          </ac:spMkLst>
        </pc:spChg>
        <pc:spChg chg="add mod">
          <ac:chgData name="り ぶ" userId="e79b0678f96bfbc0" providerId="LiveId" clId="{AAEDD26B-EFCD-460D-8863-543060308144}" dt="2026-06-11T09:08:03.312" v="4574" actId="207"/>
          <ac:spMkLst>
            <pc:docMk/>
            <pc:sldMk cId="3198118935" sldId="574"/>
            <ac:spMk id="11" creationId="{F9A777D8-5D41-A639-FE14-AFDE48B8EC8A}"/>
          </ac:spMkLst>
        </pc:spChg>
        <pc:spChg chg="add mod">
          <ac:chgData name="り ぶ" userId="e79b0678f96bfbc0" providerId="LiveId" clId="{AAEDD26B-EFCD-460D-8863-543060308144}" dt="2026-06-11T00:19:53.505" v="1031" actId="1076"/>
          <ac:spMkLst>
            <pc:docMk/>
            <pc:sldMk cId="3198118935" sldId="574"/>
            <ac:spMk id="12" creationId="{D22CC02D-EDA4-8B5C-6388-C85AF88D7A04}"/>
          </ac:spMkLst>
        </pc:spChg>
        <pc:spChg chg="add mod">
          <ac:chgData name="り ぶ" userId="e79b0678f96bfbc0" providerId="LiveId" clId="{AAEDD26B-EFCD-460D-8863-543060308144}" dt="2026-06-11T00:19:53.505" v="1031" actId="1076"/>
          <ac:spMkLst>
            <pc:docMk/>
            <pc:sldMk cId="3198118935" sldId="574"/>
            <ac:spMk id="15" creationId="{B2443298-E2BD-30D2-229E-3959E17C4812}"/>
          </ac:spMkLst>
        </pc:spChg>
        <pc:spChg chg="add mod">
          <ac:chgData name="り ぶ" userId="e79b0678f96bfbc0" providerId="LiveId" clId="{AAEDD26B-EFCD-460D-8863-543060308144}" dt="2026-06-11T00:19:53.505" v="1031" actId="1076"/>
          <ac:spMkLst>
            <pc:docMk/>
            <pc:sldMk cId="3198118935" sldId="574"/>
            <ac:spMk id="16" creationId="{BCD3E754-A15E-9E1D-D33C-2976A92147F8}"/>
          </ac:spMkLst>
        </pc:spChg>
        <pc:spChg chg="add mod">
          <ac:chgData name="り ぶ" userId="e79b0678f96bfbc0" providerId="LiveId" clId="{AAEDD26B-EFCD-460D-8863-543060308144}" dt="2026-06-11T00:17:32.460" v="900"/>
          <ac:spMkLst>
            <pc:docMk/>
            <pc:sldMk cId="3198118935" sldId="574"/>
            <ac:spMk id="18" creationId="{F6C35775-0301-372A-A732-A35984610135}"/>
          </ac:spMkLst>
        </pc:spChg>
        <pc:spChg chg="add mod">
          <ac:chgData name="り ぶ" userId="e79b0678f96bfbc0" providerId="LiveId" clId="{AAEDD26B-EFCD-460D-8863-543060308144}" dt="2026-06-11T00:19:53.505" v="1031" actId="1076"/>
          <ac:spMkLst>
            <pc:docMk/>
            <pc:sldMk cId="3198118935" sldId="574"/>
            <ac:spMk id="19" creationId="{8FA810C2-232E-79E4-6A70-5D05139118FF}"/>
          </ac:spMkLst>
        </pc:spChg>
        <pc:spChg chg="add mod">
          <ac:chgData name="り ぶ" userId="e79b0678f96bfbc0" providerId="LiveId" clId="{AAEDD26B-EFCD-460D-8863-543060308144}" dt="2026-06-11T00:28:02.672" v="1424" actId="20577"/>
          <ac:spMkLst>
            <pc:docMk/>
            <pc:sldMk cId="3198118935" sldId="574"/>
            <ac:spMk id="21" creationId="{8DB73316-9AF8-7705-CADA-3B7D20C4B738}"/>
          </ac:spMkLst>
        </pc:spChg>
        <pc:spChg chg="add mod">
          <ac:chgData name="り ぶ" userId="e79b0678f96bfbc0" providerId="LiveId" clId="{AAEDD26B-EFCD-460D-8863-543060308144}" dt="2026-06-11T09:08:12.680" v="4576" actId="207"/>
          <ac:spMkLst>
            <pc:docMk/>
            <pc:sldMk cId="3198118935" sldId="574"/>
            <ac:spMk id="23" creationId="{A3CB9D6A-2189-05F4-1DAF-A789A839E4BA}"/>
          </ac:spMkLst>
        </pc:spChg>
        <pc:spChg chg="add mod">
          <ac:chgData name="り ぶ" userId="e79b0678f96bfbc0" providerId="LiveId" clId="{AAEDD26B-EFCD-460D-8863-543060308144}" dt="2026-06-11T00:20:54.338" v="1089" actId="1076"/>
          <ac:spMkLst>
            <pc:docMk/>
            <pc:sldMk cId="3198118935" sldId="574"/>
            <ac:spMk id="25" creationId="{C1BFA329-E6BF-D6F5-B0B9-5839A6EA3C0E}"/>
          </ac:spMkLst>
        </pc:spChg>
        <pc:spChg chg="add mod">
          <ac:chgData name="り ぶ" userId="e79b0678f96bfbc0" providerId="LiveId" clId="{AAEDD26B-EFCD-460D-8863-543060308144}" dt="2026-06-11T00:20:54.338" v="1089" actId="1076"/>
          <ac:spMkLst>
            <pc:docMk/>
            <pc:sldMk cId="3198118935" sldId="574"/>
            <ac:spMk id="27" creationId="{F13A6F3A-5AF3-AFD7-F97A-4F7D5C8877AB}"/>
          </ac:spMkLst>
        </pc:spChg>
        <pc:cxnChg chg="add">
          <ac:chgData name="り ぶ" userId="e79b0678f96bfbc0" providerId="LiveId" clId="{AAEDD26B-EFCD-460D-8863-543060308144}" dt="2026-06-11T00:14:02.808" v="700" actId="11529"/>
          <ac:cxnSpMkLst>
            <pc:docMk/>
            <pc:sldMk cId="3198118935" sldId="574"/>
            <ac:cxnSpMk id="6" creationId="{AC3268F7-F24D-A60B-3187-FBE03BBA9D68}"/>
          </ac:cxnSpMkLst>
        </pc:cxnChg>
        <pc:cxnChg chg="add mod">
          <ac:chgData name="り ぶ" userId="e79b0678f96bfbc0" providerId="LiveId" clId="{AAEDD26B-EFCD-460D-8863-543060308144}" dt="2026-06-11T00:15:21.324" v="767" actId="14100"/>
          <ac:cxnSpMkLst>
            <pc:docMk/>
            <pc:sldMk cId="3198118935" sldId="574"/>
            <ac:cxnSpMk id="7" creationId="{5CFB1940-8A8E-F037-261C-BCC8EEDDA4C7}"/>
          </ac:cxnSpMkLst>
        </pc:cxnChg>
        <pc:cxnChg chg="add mod">
          <ac:chgData name="り ぶ" userId="e79b0678f96bfbc0" providerId="LiveId" clId="{AAEDD26B-EFCD-460D-8863-543060308144}" dt="2026-06-11T00:19:53.505" v="1031" actId="1076"/>
          <ac:cxnSpMkLst>
            <pc:docMk/>
            <pc:sldMk cId="3198118935" sldId="574"/>
            <ac:cxnSpMk id="13" creationId="{541C7254-7D66-070B-B29E-FD1809B0D47B}"/>
          </ac:cxnSpMkLst>
        </pc:cxnChg>
        <pc:cxnChg chg="add mod">
          <ac:chgData name="り ぶ" userId="e79b0678f96bfbc0" providerId="LiveId" clId="{AAEDD26B-EFCD-460D-8863-543060308144}" dt="2026-06-11T00:16:45.493" v="851" actId="1076"/>
          <ac:cxnSpMkLst>
            <pc:docMk/>
            <pc:sldMk cId="3198118935" sldId="574"/>
            <ac:cxnSpMk id="14" creationId="{C95DDE5F-EFB4-7A9B-D225-166481B8986B}"/>
          </ac:cxnSpMkLst>
        </pc:cxnChg>
        <pc:cxnChg chg="add mod">
          <ac:chgData name="り ぶ" userId="e79b0678f96bfbc0" providerId="LiveId" clId="{AAEDD26B-EFCD-460D-8863-543060308144}" dt="2026-06-11T00:19:34.633" v="1026" actId="1076"/>
          <ac:cxnSpMkLst>
            <pc:docMk/>
            <pc:sldMk cId="3198118935" sldId="574"/>
            <ac:cxnSpMk id="17" creationId="{062C9B82-E682-03BA-D97A-35027D04D5A9}"/>
          </ac:cxnSpMkLst>
        </pc:cxnChg>
        <pc:cxnChg chg="add mod">
          <ac:chgData name="り ぶ" userId="e79b0678f96bfbc0" providerId="LiveId" clId="{AAEDD26B-EFCD-460D-8863-543060308144}" dt="2026-06-11T00:19:43.799" v="1029" actId="14100"/>
          <ac:cxnSpMkLst>
            <pc:docMk/>
            <pc:sldMk cId="3198118935" sldId="574"/>
            <ac:cxnSpMk id="20" creationId="{EA19DC59-24CE-9B19-253D-FD5D546DC747}"/>
          </ac:cxnSpMkLst>
        </pc:cxnChg>
        <pc:cxnChg chg="add mod">
          <ac:chgData name="り ぶ" userId="e79b0678f96bfbc0" providerId="LiveId" clId="{AAEDD26B-EFCD-460D-8863-543060308144}" dt="2026-06-11T00:20:54.338" v="1089" actId="1076"/>
          <ac:cxnSpMkLst>
            <pc:docMk/>
            <pc:sldMk cId="3198118935" sldId="574"/>
            <ac:cxnSpMk id="24" creationId="{E1BFF550-BDE6-5EE4-C5B1-7D314DBFCD19}"/>
          </ac:cxnSpMkLst>
        </pc:cxnChg>
        <pc:cxnChg chg="add mod">
          <ac:chgData name="り ぶ" userId="e79b0678f96bfbc0" providerId="LiveId" clId="{AAEDD26B-EFCD-460D-8863-543060308144}" dt="2026-06-11T00:20:54.338" v="1089" actId="1076"/>
          <ac:cxnSpMkLst>
            <pc:docMk/>
            <pc:sldMk cId="3198118935" sldId="574"/>
            <ac:cxnSpMk id="26" creationId="{2911BE9F-532C-B47A-486A-8733CA0DBAE8}"/>
          </ac:cxnSpMkLst>
        </pc:cxnChg>
      </pc:sldChg>
      <pc:sldChg chg="addSp modSp new del mod">
        <pc:chgData name="り ぶ" userId="e79b0678f96bfbc0" providerId="LiveId" clId="{AAEDD26B-EFCD-460D-8863-543060308144}" dt="2026-06-10T23:46:30.473" v="188" actId="2696"/>
        <pc:sldMkLst>
          <pc:docMk/>
          <pc:sldMk cId="4278946982" sldId="574"/>
        </pc:sldMkLst>
        <pc:picChg chg="add mod modCrop">
          <ac:chgData name="り ぶ" userId="e79b0678f96bfbc0" providerId="LiveId" clId="{AAEDD26B-EFCD-460D-8863-543060308144}" dt="2026-06-10T23:39:46.821" v="141" actId="732"/>
          <ac:picMkLst>
            <pc:docMk/>
            <pc:sldMk cId="4278946982" sldId="574"/>
            <ac:picMk id="4" creationId="{49F75CDB-CC49-7B73-EB4A-87C088D8B4D3}"/>
          </ac:picMkLst>
        </pc:picChg>
      </pc:sldChg>
      <pc:sldChg chg="addSp modSp new mod modClrScheme chgLayout">
        <pc:chgData name="り ぶ" userId="e79b0678f96bfbc0" providerId="LiveId" clId="{AAEDD26B-EFCD-460D-8863-543060308144}" dt="2026-06-11T23:58:02.086" v="4681" actId="1076"/>
        <pc:sldMkLst>
          <pc:docMk/>
          <pc:sldMk cId="1936433087" sldId="575"/>
        </pc:sldMkLst>
        <pc:spChg chg="mod ord">
          <ac:chgData name="り ぶ" userId="e79b0678f96bfbc0" providerId="LiveId" clId="{AAEDD26B-EFCD-460D-8863-543060308144}" dt="2026-06-11T00:26:48.472" v="1337" actId="700"/>
          <ac:spMkLst>
            <pc:docMk/>
            <pc:sldMk cId="1936433087" sldId="575"/>
            <ac:spMk id="2" creationId="{7CFCD845-2109-93E0-9239-4F41537E5345}"/>
          </ac:spMkLst>
        </pc:spChg>
        <pc:spChg chg="add mod">
          <ac:chgData name="り ぶ" userId="e79b0678f96bfbc0" providerId="LiveId" clId="{AAEDD26B-EFCD-460D-8863-543060308144}" dt="2026-06-11T23:56:48.585" v="4611" actId="1076"/>
          <ac:spMkLst>
            <pc:docMk/>
            <pc:sldMk cId="1936433087" sldId="575"/>
            <ac:spMk id="3" creationId="{0A85B866-128A-8972-3496-11DE9F367381}"/>
          </ac:spMkLst>
        </pc:spChg>
        <pc:spChg chg="add mod">
          <ac:chgData name="り ぶ" userId="e79b0678f96bfbc0" providerId="LiveId" clId="{AAEDD26B-EFCD-460D-8863-543060308144}" dt="2026-06-11T23:58:02.086" v="4681" actId="1076"/>
          <ac:spMkLst>
            <pc:docMk/>
            <pc:sldMk cId="1936433087" sldId="575"/>
            <ac:spMk id="4" creationId="{368C526C-D199-A775-41F6-4D6D5FE64F84}"/>
          </ac:spMkLst>
        </pc:spChg>
        <pc:spChg chg="add mod">
          <ac:chgData name="り ぶ" userId="e79b0678f96bfbc0" providerId="LiveId" clId="{AAEDD26B-EFCD-460D-8863-543060308144}" dt="2026-06-11T23:56:48.585" v="4611" actId="1076"/>
          <ac:spMkLst>
            <pc:docMk/>
            <pc:sldMk cId="1936433087" sldId="575"/>
            <ac:spMk id="6" creationId="{9959EF51-9CB8-B33E-CD7D-765606F7292C}"/>
          </ac:spMkLst>
        </pc:spChg>
        <pc:spChg chg="add mod">
          <ac:chgData name="り ぶ" userId="e79b0678f96bfbc0" providerId="LiveId" clId="{AAEDD26B-EFCD-460D-8863-543060308144}" dt="2026-06-11T23:56:48.585" v="4611" actId="1076"/>
          <ac:spMkLst>
            <pc:docMk/>
            <pc:sldMk cId="1936433087" sldId="575"/>
            <ac:spMk id="11" creationId="{5E13D543-2CD9-6865-7F99-905A96906C53}"/>
          </ac:spMkLst>
        </pc:spChg>
        <pc:spChg chg="add mod ord">
          <ac:chgData name="り ぶ" userId="e79b0678f96bfbc0" providerId="LiveId" clId="{AAEDD26B-EFCD-460D-8863-543060308144}" dt="2026-06-11T00:34:32.863" v="1911" actId="20577"/>
          <ac:spMkLst>
            <pc:docMk/>
            <pc:sldMk cId="1936433087" sldId="575"/>
            <ac:spMk id="14" creationId="{5933B9CF-6224-7FDE-FC14-D7B870CEBDC4}"/>
          </ac:spMkLst>
        </pc:spChg>
        <pc:cxnChg chg="add mod">
          <ac:chgData name="り ぶ" userId="e79b0678f96bfbc0" providerId="LiveId" clId="{AAEDD26B-EFCD-460D-8863-543060308144}" dt="2026-06-11T23:56:48.585" v="4611" actId="1076"/>
          <ac:cxnSpMkLst>
            <pc:docMk/>
            <pc:sldMk cId="1936433087" sldId="575"/>
            <ac:cxnSpMk id="5" creationId="{8F35710E-E53A-AA16-0336-ACCB1CB40C94}"/>
          </ac:cxnSpMkLst>
        </pc:cxnChg>
        <pc:cxnChg chg="add mod">
          <ac:chgData name="り ぶ" userId="e79b0678f96bfbc0" providerId="LiveId" clId="{AAEDD26B-EFCD-460D-8863-543060308144}" dt="2026-06-11T23:56:48.585" v="4611" actId="1076"/>
          <ac:cxnSpMkLst>
            <pc:docMk/>
            <pc:sldMk cId="1936433087" sldId="575"/>
            <ac:cxnSpMk id="8" creationId="{BDCC1369-E57B-866F-6351-0334B16A1096}"/>
          </ac:cxnSpMkLst>
        </pc:cxnChg>
      </pc:sldChg>
      <pc:sldChg chg="modSp add mod ord">
        <pc:chgData name="り ぶ" userId="e79b0678f96bfbc0" providerId="LiveId" clId="{AAEDD26B-EFCD-460D-8863-543060308144}" dt="2026-06-11T01:24:48.508" v="4270"/>
        <pc:sldMkLst>
          <pc:docMk/>
          <pc:sldMk cId="2534779685" sldId="576"/>
        </pc:sldMkLst>
        <pc:spChg chg="mod">
          <ac:chgData name="り ぶ" userId="e79b0678f96bfbc0" providerId="LiveId" clId="{AAEDD26B-EFCD-460D-8863-543060308144}" dt="2026-06-11T01:24:48.508" v="4270"/>
          <ac:spMkLst>
            <pc:docMk/>
            <pc:sldMk cId="2534779685" sldId="576"/>
            <ac:spMk id="2" creationId="{4C45F309-F838-2CCC-DC1F-A4E8FD8075EB}"/>
          </ac:spMkLst>
        </pc:spChg>
      </pc:sldChg>
      <pc:sldChg chg="addSp modSp new del mod modClrScheme chgLayout">
        <pc:chgData name="り ぶ" userId="e79b0678f96bfbc0" providerId="LiveId" clId="{AAEDD26B-EFCD-460D-8863-543060308144}" dt="2026-06-11T01:06:53.931" v="3565" actId="2696"/>
        <pc:sldMkLst>
          <pc:docMk/>
          <pc:sldMk cId="3241894765" sldId="576"/>
        </pc:sldMkLst>
        <pc:spChg chg="mod ord">
          <ac:chgData name="り ぶ" userId="e79b0678f96bfbc0" providerId="LiveId" clId="{AAEDD26B-EFCD-460D-8863-543060308144}" dt="2026-06-11T00:29:34.544" v="1545" actId="700"/>
          <ac:spMkLst>
            <pc:docMk/>
            <pc:sldMk cId="3241894765" sldId="576"/>
            <ac:spMk id="2" creationId="{4C45F309-F838-2CCC-DC1F-A4E8FD8075EB}"/>
          </ac:spMkLst>
        </pc:spChg>
        <pc:spChg chg="add mod ord">
          <ac:chgData name="り ぶ" userId="e79b0678f96bfbc0" providerId="LiveId" clId="{AAEDD26B-EFCD-460D-8863-543060308144}" dt="2026-06-11T00:32:02.474" v="1799" actId="20577"/>
          <ac:spMkLst>
            <pc:docMk/>
            <pc:sldMk cId="3241894765" sldId="576"/>
            <ac:spMk id="3" creationId="{DD4BC17D-3ADF-0A19-C824-2CCCCB2A4BAB}"/>
          </ac:spMkLst>
        </pc:spChg>
        <pc:spChg chg="add mod">
          <ac:chgData name="り ぶ" userId="e79b0678f96bfbc0" providerId="LiveId" clId="{AAEDD26B-EFCD-460D-8863-543060308144}" dt="2026-06-11T00:32:29.734" v="1823" actId="14100"/>
          <ac:spMkLst>
            <pc:docMk/>
            <pc:sldMk cId="3241894765" sldId="576"/>
            <ac:spMk id="4" creationId="{37EF7981-DA08-9A70-28D9-EA62A562B7AE}"/>
          </ac:spMkLst>
        </pc:spChg>
      </pc:sldChg>
      <pc:sldChg chg="addSp delSp modSp new mod ord">
        <pc:chgData name="り ぶ" userId="e79b0678f96bfbc0" providerId="LiveId" clId="{AAEDD26B-EFCD-460D-8863-543060308144}" dt="2026-06-11T02:30:17.890" v="4570" actId="20577"/>
        <pc:sldMkLst>
          <pc:docMk/>
          <pc:sldMk cId="1496671052" sldId="577"/>
        </pc:sldMkLst>
        <pc:spChg chg="mod">
          <ac:chgData name="り ぶ" userId="e79b0678f96bfbc0" providerId="LiveId" clId="{AAEDD26B-EFCD-460D-8863-543060308144}" dt="2026-06-11T02:30:17.890" v="4570" actId="20577"/>
          <ac:spMkLst>
            <pc:docMk/>
            <pc:sldMk cId="1496671052" sldId="577"/>
            <ac:spMk id="2" creationId="{A6CB937D-8B1E-ACB9-34F1-34047646DD6E}"/>
          </ac:spMkLst>
        </pc:spChg>
        <pc:spChg chg="mod">
          <ac:chgData name="り ぶ" userId="e79b0678f96bfbc0" providerId="LiveId" clId="{AAEDD26B-EFCD-460D-8863-543060308144}" dt="2026-06-11T01:20:27.838" v="4211"/>
          <ac:spMkLst>
            <pc:docMk/>
            <pc:sldMk cId="1496671052" sldId="577"/>
            <ac:spMk id="3" creationId="{D035A986-46A3-F617-22BB-88D7185025E5}"/>
          </ac:spMkLst>
        </pc:spChg>
        <pc:spChg chg="add mod">
          <ac:chgData name="り ぶ" userId="e79b0678f96bfbc0" providerId="LiveId" clId="{AAEDD26B-EFCD-460D-8863-543060308144}" dt="2026-06-11T00:38:03.387" v="2115" actId="14100"/>
          <ac:spMkLst>
            <pc:docMk/>
            <pc:sldMk cId="1496671052" sldId="577"/>
            <ac:spMk id="4" creationId="{49762DE0-AF1C-2741-592E-8975C25B0E4C}"/>
          </ac:spMkLst>
        </pc:spChg>
        <pc:spChg chg="add del mod">
          <ac:chgData name="り ぶ" userId="e79b0678f96bfbc0" providerId="LiveId" clId="{AAEDD26B-EFCD-460D-8863-543060308144}" dt="2026-06-11T01:19:55.767" v="4199" actId="1076"/>
          <ac:spMkLst>
            <pc:docMk/>
            <pc:sldMk cId="1496671052" sldId="577"/>
            <ac:spMk id="5" creationId="{128C5267-6AA1-69E9-964D-DCB69BB718AC}"/>
          </ac:spMkLst>
        </pc:spChg>
        <pc:spChg chg="add del mod">
          <ac:chgData name="り ぶ" userId="e79b0678f96bfbc0" providerId="LiveId" clId="{AAEDD26B-EFCD-460D-8863-543060308144}" dt="2026-06-11T00:41:03.604" v="2349" actId="478"/>
          <ac:spMkLst>
            <pc:docMk/>
            <pc:sldMk cId="1496671052" sldId="577"/>
            <ac:spMk id="6" creationId="{282C7D62-B92F-2110-A6DE-DF808AD7BA39}"/>
          </ac:spMkLst>
        </pc:spChg>
      </pc:sldChg>
      <pc:sldChg chg="modSp new mod">
        <pc:chgData name="り ぶ" userId="e79b0678f96bfbc0" providerId="LiveId" clId="{AAEDD26B-EFCD-460D-8863-543060308144}" dt="2026-06-11T02:29:36.010" v="4568" actId="20577"/>
        <pc:sldMkLst>
          <pc:docMk/>
          <pc:sldMk cId="857143330" sldId="578"/>
        </pc:sldMkLst>
        <pc:spChg chg="mod">
          <ac:chgData name="り ぶ" userId="e79b0678f96bfbc0" providerId="LiveId" clId="{AAEDD26B-EFCD-460D-8863-543060308144}" dt="2026-06-11T02:29:36.010" v="4568" actId="20577"/>
          <ac:spMkLst>
            <pc:docMk/>
            <pc:sldMk cId="857143330" sldId="578"/>
            <ac:spMk id="2" creationId="{378E80D0-6B3F-D37B-E0C4-146D8577D2ED}"/>
          </ac:spMkLst>
        </pc:spChg>
        <pc:spChg chg="mod">
          <ac:chgData name="り ぶ" userId="e79b0678f96bfbc0" providerId="LiveId" clId="{AAEDD26B-EFCD-460D-8863-543060308144}" dt="2026-06-11T01:24:23.315" v="4230"/>
          <ac:spMkLst>
            <pc:docMk/>
            <pc:sldMk cId="857143330" sldId="578"/>
            <ac:spMk id="3" creationId="{E22EFCDE-8249-A145-B589-2FD7A206F181}"/>
          </ac:spMkLst>
        </pc:spChg>
      </pc:sldChg>
      <pc:sldChg chg="addSp modSp new mod ord">
        <pc:chgData name="り ぶ" userId="e79b0678f96bfbc0" providerId="LiveId" clId="{AAEDD26B-EFCD-460D-8863-543060308144}" dt="2026-06-11T02:10:10.572" v="4408" actId="20577"/>
        <pc:sldMkLst>
          <pc:docMk/>
          <pc:sldMk cId="1803570241" sldId="579"/>
        </pc:sldMkLst>
        <pc:spChg chg="mod">
          <ac:chgData name="り ぶ" userId="e79b0678f96bfbc0" providerId="LiveId" clId="{AAEDD26B-EFCD-460D-8863-543060308144}" dt="2026-06-11T01:02:00.008" v="3406"/>
          <ac:spMkLst>
            <pc:docMk/>
            <pc:sldMk cId="1803570241" sldId="579"/>
            <ac:spMk id="2" creationId="{9057FDDC-0EE1-AB4A-E382-DB949789E9C8}"/>
          </ac:spMkLst>
        </pc:spChg>
        <pc:spChg chg="mod">
          <ac:chgData name="り ぶ" userId="e79b0678f96bfbc0" providerId="LiveId" clId="{AAEDD26B-EFCD-460D-8863-543060308144}" dt="2026-06-11T02:10:10.572" v="4408" actId="20577"/>
          <ac:spMkLst>
            <pc:docMk/>
            <pc:sldMk cId="1803570241" sldId="579"/>
            <ac:spMk id="3" creationId="{DEDA2BB4-7EE8-F3E9-19AC-E35BAB501F3C}"/>
          </ac:spMkLst>
        </pc:spChg>
        <pc:spChg chg="add mod">
          <ac:chgData name="り ぶ" userId="e79b0678f96bfbc0" providerId="LiveId" clId="{AAEDD26B-EFCD-460D-8863-543060308144}" dt="2026-06-11T01:37:53.857" v="4371" actId="14100"/>
          <ac:spMkLst>
            <pc:docMk/>
            <pc:sldMk cId="1803570241" sldId="579"/>
            <ac:spMk id="4" creationId="{4EE8F16A-1527-B716-1F98-0441E2EBC859}"/>
          </ac:spMkLst>
        </pc:spChg>
        <pc:spChg chg="add mod">
          <ac:chgData name="り ぶ" userId="e79b0678f96bfbc0" providerId="LiveId" clId="{AAEDD26B-EFCD-460D-8863-543060308144}" dt="2026-06-11T01:37:56.707" v="4372" actId="1076"/>
          <ac:spMkLst>
            <pc:docMk/>
            <pc:sldMk cId="1803570241" sldId="579"/>
            <ac:spMk id="5" creationId="{DCD0A8C0-D1F5-14CB-8103-4B94A581FD83}"/>
          </ac:spMkLst>
        </pc:spChg>
      </pc:sldChg>
      <pc:sldChg chg="addSp modSp new del mod ord modClrScheme chgLayout">
        <pc:chgData name="り ぶ" userId="e79b0678f96bfbc0" providerId="LiveId" clId="{AAEDD26B-EFCD-460D-8863-543060308144}" dt="2026-06-11T01:06:31.697" v="3564" actId="2696"/>
        <pc:sldMkLst>
          <pc:docMk/>
          <pc:sldMk cId="3099071034" sldId="580"/>
        </pc:sldMkLst>
        <pc:spChg chg="mod ord">
          <ac:chgData name="り ぶ" userId="e79b0678f96bfbc0" providerId="LiveId" clId="{AAEDD26B-EFCD-460D-8863-543060308144}" dt="2026-06-11T00:51:22.921" v="2658" actId="700"/>
          <ac:spMkLst>
            <pc:docMk/>
            <pc:sldMk cId="3099071034" sldId="580"/>
            <ac:spMk id="2" creationId="{FD435B2B-BBDA-7912-B4DF-692F195AC998}"/>
          </ac:spMkLst>
        </pc:spChg>
        <pc:spChg chg="add mod ord">
          <ac:chgData name="り ぶ" userId="e79b0678f96bfbc0" providerId="LiveId" clId="{AAEDD26B-EFCD-460D-8863-543060308144}" dt="2026-06-11T00:55:00.413" v="2965" actId="20577"/>
          <ac:spMkLst>
            <pc:docMk/>
            <pc:sldMk cId="3099071034" sldId="580"/>
            <ac:spMk id="3" creationId="{2E84D375-0985-2ED8-DAB9-298D436F357B}"/>
          </ac:spMkLst>
        </pc:spChg>
      </pc:sldChg>
      <pc:sldChg chg="addSp modSp new mod">
        <pc:chgData name="り ぶ" userId="e79b0678f96bfbc0" providerId="LiveId" clId="{AAEDD26B-EFCD-460D-8863-543060308144}" dt="2026-06-11T23:55:55.432" v="4609"/>
        <pc:sldMkLst>
          <pc:docMk/>
          <pc:sldMk cId="4264310644" sldId="581"/>
        </pc:sldMkLst>
        <pc:spChg chg="mod">
          <ac:chgData name="り ぶ" userId="e79b0678f96bfbc0" providerId="LiveId" clId="{AAEDD26B-EFCD-460D-8863-543060308144}" dt="2026-06-11T00:59:42.344" v="3357"/>
          <ac:spMkLst>
            <pc:docMk/>
            <pc:sldMk cId="4264310644" sldId="581"/>
            <ac:spMk id="2" creationId="{8F3AFF82-BDCD-37CD-F323-589005131C22}"/>
          </ac:spMkLst>
        </pc:spChg>
        <pc:spChg chg="mod">
          <ac:chgData name="り ぶ" userId="e79b0678f96bfbc0" providerId="LiveId" clId="{AAEDD26B-EFCD-460D-8863-543060308144}" dt="2026-06-11T23:55:55.432" v="4609"/>
          <ac:spMkLst>
            <pc:docMk/>
            <pc:sldMk cId="4264310644" sldId="581"/>
            <ac:spMk id="3" creationId="{3BB1121F-4C97-AE04-7669-F56F7A390A6D}"/>
          </ac:spMkLst>
        </pc:spChg>
        <pc:spChg chg="add mod">
          <ac:chgData name="り ぶ" userId="e79b0678f96bfbc0" providerId="LiveId" clId="{AAEDD26B-EFCD-460D-8863-543060308144}" dt="2026-06-11T00:59:27.180" v="3342" actId="14100"/>
          <ac:spMkLst>
            <pc:docMk/>
            <pc:sldMk cId="4264310644" sldId="581"/>
            <ac:spMk id="4" creationId="{3B491ED1-3559-A7B3-9CF0-18826124A2F0}"/>
          </ac:spMkLst>
        </pc:spChg>
      </pc:sldChg>
      <pc:sldChg chg="addSp delSp modSp new mod">
        <pc:chgData name="り ぶ" userId="e79b0678f96bfbc0" providerId="LiveId" clId="{AAEDD26B-EFCD-460D-8863-543060308144}" dt="2026-06-11T02:13:30.015" v="4567"/>
        <pc:sldMkLst>
          <pc:docMk/>
          <pc:sldMk cId="204310914" sldId="582"/>
        </pc:sldMkLst>
        <pc:spChg chg="mod">
          <ac:chgData name="り ぶ" userId="e79b0678f96bfbc0" providerId="LiveId" clId="{AAEDD26B-EFCD-460D-8863-543060308144}" dt="2026-06-11T01:24:38.670" v="4261"/>
          <ac:spMkLst>
            <pc:docMk/>
            <pc:sldMk cId="204310914" sldId="582"/>
            <ac:spMk id="2" creationId="{A2DB1E6A-A061-BAAD-2331-CD79251D7E20}"/>
          </ac:spMkLst>
        </pc:spChg>
        <pc:spChg chg="mod">
          <ac:chgData name="り ぶ" userId="e79b0678f96bfbc0" providerId="LiveId" clId="{AAEDD26B-EFCD-460D-8863-543060308144}" dt="2026-06-11T02:13:30.015" v="4567"/>
          <ac:spMkLst>
            <pc:docMk/>
            <pc:sldMk cId="204310914" sldId="582"/>
            <ac:spMk id="3" creationId="{83C800F5-1626-57DE-1794-FC09723F9591}"/>
          </ac:spMkLst>
        </pc:spChg>
        <pc:spChg chg="add del mod">
          <ac:chgData name="り ぶ" userId="e79b0678f96bfbc0" providerId="LiveId" clId="{AAEDD26B-EFCD-460D-8863-543060308144}" dt="2026-06-11T02:11:55.996" v="4562" actId="1076"/>
          <ac:spMkLst>
            <pc:docMk/>
            <pc:sldMk cId="204310914" sldId="582"/>
            <ac:spMk id="4" creationId="{DEC46687-9612-4F38-1EAA-E35E275E3D0B}"/>
          </ac:spMkLst>
        </pc:spChg>
      </pc:sldChg>
      <pc:sldChg chg="modSp new mod">
        <pc:chgData name="り ぶ" userId="e79b0678f96bfbc0" providerId="LiveId" clId="{AAEDD26B-EFCD-460D-8863-543060308144}" dt="2026-06-11T01:16:32.300" v="4157"/>
        <pc:sldMkLst>
          <pc:docMk/>
          <pc:sldMk cId="3142017773" sldId="583"/>
        </pc:sldMkLst>
        <pc:spChg chg="mod">
          <ac:chgData name="り ぶ" userId="e79b0678f96bfbc0" providerId="LiveId" clId="{AAEDD26B-EFCD-460D-8863-543060308144}" dt="2026-06-11T01:16:32.300" v="4157"/>
          <ac:spMkLst>
            <pc:docMk/>
            <pc:sldMk cId="3142017773" sldId="583"/>
            <ac:spMk id="2" creationId="{19553081-B542-72CC-A61B-59C3BD54A503}"/>
          </ac:spMkLst>
        </pc:spChg>
      </pc:sldChg>
      <pc:sldChg chg="new">
        <pc:chgData name="り ぶ" userId="e79b0678f96bfbc0" providerId="LiveId" clId="{AAEDD26B-EFCD-460D-8863-543060308144}" dt="2026-06-11T01:16:40.324" v="4158" actId="680"/>
        <pc:sldMkLst>
          <pc:docMk/>
          <pc:sldMk cId="2177445982" sldId="58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6AED8D3B-9082-49AA-B4BC-F3F4425AA75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8971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9ACFA8-1AB5-47AD-8712-789ED582E266}" type="datetimeFigureOut">
              <a:rPr kumimoji="1" lang="ja-JP" altLang="en-US" smtClean="0"/>
              <a:t>2026/6/12</a:t>
            </a:fld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91EDE976-DD9F-4E5B-8DD7-50A554BDD88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8971" y="9377318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DA504E-F46D-4C99-BD4A-3BE220F742A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594160"/>
      </p:ext>
    </p:extLst>
  </p:cSld>
  <p:clrMap bg1="lt1" tx1="dk1" bg2="lt2" tx2="dk2" accent1="accent1" accent2="accent2" accent3="accent3" accent4="accent4" accent5="accent5" accent6="accent6" hlink="hlink" folHlink="folHlink"/>
  <p:hf hdr="0" dt="0"/>
  <p:extLst>
    <p:ext uri="{56416CCD-93CA-4268-BC5B-53C4BB910035}">
      <p15:sldGuideLst xmlns:p15="http://schemas.microsoft.com/office/powerpoint/2012/main">
        <p15:guide id="1" orient="horz" pos="3109" userDrawn="1">
          <p15:clr>
            <a:srgbClr val="F26B43"/>
          </p15:clr>
        </p15:guide>
        <p15:guide id="2" pos="2123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18971" y="0"/>
            <a:ext cx="2921582" cy="49534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+mn-lt"/>
              </a:defRPr>
            </a:lvl1pPr>
          </a:lstStyle>
          <a:p>
            <a:fld id="{49E156C8-D1E6-4437-B817-0C57EC289493}" type="datetimeFigureOut">
              <a:rPr kumimoji="1" lang="ja-JP" altLang="en-US" smtClean="0"/>
              <a:pPr/>
              <a:t>2026/6/12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22963" cy="33321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74212" y="4751219"/>
            <a:ext cx="5393690" cy="38873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en-US" altLang="ja-JP" dirty="0"/>
              <a:t>Headline</a:t>
            </a:r>
            <a:endParaRPr kumimoji="1" lang="ja-JP" altLang="en-US" dirty="0"/>
          </a:p>
          <a:p>
            <a:pPr lvl="1"/>
            <a:r>
              <a:rPr kumimoji="1" lang="en-US" altLang="ja-JP" dirty="0"/>
              <a:t>1st subhead</a:t>
            </a:r>
            <a:endParaRPr kumimoji="1" lang="ja-JP" altLang="en-US" dirty="0"/>
          </a:p>
          <a:p>
            <a:pPr lvl="2"/>
            <a:r>
              <a:rPr kumimoji="1" lang="en-US" altLang="ja-JP" dirty="0"/>
              <a:t>2nd subhead</a:t>
            </a:r>
            <a:endParaRPr kumimoji="1" lang="ja-JP" altLang="en-US" dirty="0"/>
          </a:p>
          <a:p>
            <a:pPr lvl="3"/>
            <a:r>
              <a:rPr kumimoji="1" lang="en-US" altLang="ja-JP" dirty="0"/>
              <a:t>Text</a:t>
            </a:r>
          </a:p>
          <a:p>
            <a:pPr lvl="4"/>
            <a:r>
              <a:rPr kumimoji="1" lang="en-US" altLang="ja-JP" dirty="0"/>
              <a:t>Text</a:t>
            </a:r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18971" y="9377318"/>
            <a:ext cx="2921582" cy="49534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latin typeface="+mn-lt"/>
              </a:defRPr>
            </a:lvl1pPr>
          </a:lstStyle>
          <a:p>
            <a:fld id="{C0644275-5C74-4E59-8F01-9B0DD8D2F6FE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409710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kumimoji="1" sz="9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3109" userDrawn="1">
          <p15:clr>
            <a:srgbClr val="F26B43"/>
          </p15:clr>
        </p15:guide>
        <p15:guide id="2" pos="2123" userDrawn="1">
          <p15:clr>
            <a:srgbClr val="F26B43"/>
          </p15:clr>
        </p15:guide>
      </p15:sldGuideLst>
    </p:ext>
  </p:extLst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652302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58581738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9187672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9232667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09463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157792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676287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0644275-5C74-4E59-8F01-9B0DD8D2F6FE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456007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D708F9C0-B03E-4ABD-81EF-A8BB7439D621}"/>
              </a:ext>
            </a:extLst>
          </p:cNvPr>
          <p:cNvSpPr/>
          <p:nvPr userDrawn="1"/>
        </p:nvSpPr>
        <p:spPr>
          <a:xfrm>
            <a:off x="6874213" y="0"/>
            <a:ext cx="2269787" cy="5143500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3999" y="1116000"/>
            <a:ext cx="6575364" cy="1440000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999" y="3067200"/>
            <a:ext cx="6575363" cy="1260000"/>
          </a:xfrm>
        </p:spPr>
        <p:txBody>
          <a:bodyPr anchor="t" anchorCtr="0">
            <a:no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altLang="ja-JP" dirty="0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F2A2B3EE-7C59-4DF5-A28E-6409794436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78000"/>
            <a:ext cx="540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96418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ection divi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7D431003-5452-43E8-91F6-5795452BC861}"/>
              </a:ext>
            </a:extLst>
          </p:cNvPr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4000" y="1116000"/>
            <a:ext cx="8280000" cy="1440000"/>
          </a:xfrm>
        </p:spPr>
        <p:txBody>
          <a:bodyPr anchor="b">
            <a:noAutofit/>
          </a:bodyPr>
          <a:lstStyle>
            <a:lvl1pPr algn="l">
              <a:defRPr sz="3200">
                <a:solidFill>
                  <a:schemeClr val="tx1"/>
                </a:solidFill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4000" y="2710800"/>
            <a:ext cx="8280000" cy="1447200"/>
          </a:xfrm>
        </p:spPr>
        <p:txBody>
          <a:bodyPr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7F34FAF-5899-4FCC-97CF-1CDD972A66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6405298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ext 1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00" y="0"/>
            <a:ext cx="6685609" cy="6876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65141DF-701C-41EB-B436-0296F415C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81978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ext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00" y="0"/>
            <a:ext cx="6692094" cy="6876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30400" y="950400"/>
            <a:ext cx="4280400" cy="3787200"/>
          </a:xfrm>
        </p:spPr>
        <p:txBody>
          <a:bodyPr/>
          <a:lstStyle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600" y="950400"/>
            <a:ext cx="4280400" cy="3787200"/>
          </a:xfrm>
        </p:spPr>
        <p:txBody>
          <a:bodyPr/>
          <a:lstStyle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8B49C1F-04E6-4106-8F00-66058D9068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5069972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4000" y="0"/>
            <a:ext cx="6685609" cy="687600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9DF87A6-DCE7-4D8E-9E35-54CD7B854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346776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 userDrawn="1">
          <p15:clr>
            <a:srgbClr val="FBAE40"/>
          </p15:clr>
        </p15:guide>
        <p15:guide id="2" pos="28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8CA31111-72AC-4540-8598-6B2D0B11659B}"/>
              </a:ext>
            </a:extLst>
          </p:cNvPr>
          <p:cNvSpPr/>
          <p:nvPr userDrawn="1"/>
        </p:nvSpPr>
        <p:spPr>
          <a:xfrm>
            <a:off x="6880698" y="0"/>
            <a:ext cx="2263302" cy="5143500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D8338C9-50E0-476B-A1C1-2CD93525E3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78000"/>
            <a:ext cx="540000" cy="1224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8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8D4A2A5-1915-4F3E-BD41-D723F919F40C}"/>
              </a:ext>
            </a:extLst>
          </p:cNvPr>
          <p:cNvSpPr txBox="1"/>
          <p:nvPr userDrawn="1"/>
        </p:nvSpPr>
        <p:spPr>
          <a:xfrm>
            <a:off x="6809362" y="4940177"/>
            <a:ext cx="233463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ja-JP" sz="700" dirty="0"/>
              <a:t>© 2023 Hiroshima Prefecture. All rights reserved.</a:t>
            </a:r>
            <a:endParaRPr kumimoji="1" lang="ja-JP" altLang="en-US" sz="700" dirty="0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97C4AF0D-95A2-45DB-8885-315F831EDA20}"/>
              </a:ext>
            </a:extLst>
          </p:cNvPr>
          <p:cNvSpPr/>
          <p:nvPr userDrawn="1"/>
        </p:nvSpPr>
        <p:spPr>
          <a:xfrm>
            <a:off x="6874213" y="0"/>
            <a:ext cx="2269787" cy="5143500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pic>
        <p:nvPicPr>
          <p:cNvPr id="2" name="図 1">
            <a:extLst>
              <a:ext uri="{FF2B5EF4-FFF2-40B4-BE49-F238E27FC236}">
                <a16:creationId xmlns:a16="http://schemas.microsoft.com/office/drawing/2014/main" id="{45B73585-FD00-D04E-2C11-961BCD516F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343" y="209637"/>
            <a:ext cx="1690733" cy="304462"/>
          </a:xfrm>
          <a:prstGeom prst="rect">
            <a:avLst/>
          </a:prstGeom>
          <a:solidFill>
            <a:srgbClr val="00E7EF"/>
          </a:solidFill>
        </p:spPr>
      </p:pic>
    </p:spTree>
    <p:extLst>
      <p:ext uri="{BB962C8B-B14F-4D97-AF65-F5344CB8AC3E}">
        <p14:creationId xmlns:p14="http://schemas.microsoft.com/office/powerpoint/2010/main" val="1735700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97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8AC9C8F6-653F-4247-8137-AAA15CB89CD8}"/>
              </a:ext>
            </a:extLst>
          </p:cNvPr>
          <p:cNvSpPr/>
          <p:nvPr userDrawn="1"/>
        </p:nvSpPr>
        <p:spPr>
          <a:xfrm>
            <a:off x="0" y="2204"/>
            <a:ext cx="9144000" cy="719328"/>
          </a:xfrm>
          <a:prstGeom prst="rect">
            <a:avLst/>
          </a:prstGeom>
          <a:solidFill>
            <a:srgbClr val="00E7E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ln>
                <a:noFill/>
              </a:ln>
              <a:solidFill>
                <a:schemeClr val="tx1"/>
              </a:solidFill>
            </a:endParaRP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234000" y="0"/>
            <a:ext cx="6664823" cy="687600"/>
          </a:xfrm>
          <a:prstGeom prst="rect">
            <a:avLst/>
          </a:prstGeom>
        </p:spPr>
        <p:txBody>
          <a:bodyPr vert="horz" lIns="0" tIns="108000" rIns="0" bIns="0" rtlCol="0" anchor="ctr">
            <a:normAutofit/>
          </a:bodyPr>
          <a:lstStyle/>
          <a:p>
            <a:r>
              <a:rPr lang="ja-JP" altLang="en-US" dirty="0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gray">
          <a:xfrm>
            <a:off x="230400" y="950400"/>
            <a:ext cx="8679600" cy="3787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</a:t>
            </a:r>
            <a:r>
              <a:rPr lang="en-US" altLang="ja-JP" dirty="0"/>
              <a:t>2</a:t>
            </a:r>
            <a:r>
              <a:rPr lang="ja-JP" altLang="en-US" dirty="0"/>
              <a:t> レベル</a:t>
            </a:r>
          </a:p>
          <a:p>
            <a:pPr lvl="2"/>
            <a:r>
              <a:rPr lang="ja-JP" altLang="en-US" dirty="0"/>
              <a:t>第</a:t>
            </a:r>
            <a:r>
              <a:rPr lang="en-US" altLang="ja-JP" dirty="0"/>
              <a:t>3</a:t>
            </a:r>
            <a:r>
              <a:rPr lang="ja-JP" altLang="en-US" dirty="0"/>
              <a:t> レベル</a:t>
            </a:r>
          </a:p>
          <a:p>
            <a:pPr lvl="3"/>
            <a:r>
              <a:rPr lang="ja-JP" altLang="en-US" dirty="0"/>
              <a:t>第</a:t>
            </a:r>
            <a:r>
              <a:rPr lang="en-US" altLang="ja-JP" dirty="0"/>
              <a:t>4</a:t>
            </a:r>
            <a:r>
              <a:rPr lang="ja-JP" altLang="en-US" dirty="0"/>
              <a:t> レベル</a:t>
            </a:r>
          </a:p>
          <a:p>
            <a:pPr lvl="4"/>
            <a:r>
              <a:rPr lang="ja-JP" altLang="en-US" dirty="0"/>
              <a:t>第</a:t>
            </a:r>
            <a:r>
              <a:rPr lang="en-US" altLang="ja-JP" dirty="0"/>
              <a:t>5</a:t>
            </a:r>
            <a:r>
              <a:rPr lang="ja-JP" altLang="en-US" dirty="0"/>
              <a:t> レベル</a:t>
            </a:r>
            <a:endParaRPr lang="en-US" altLang="ja-JP" dirty="0"/>
          </a:p>
          <a:p>
            <a:pPr lvl="5"/>
            <a:r>
              <a:rPr lang="ja-JP" altLang="en-US" dirty="0"/>
              <a:t>テキスト</a:t>
            </a:r>
            <a:endParaRPr lang="en-US" altLang="ja-JP" dirty="0"/>
          </a:p>
          <a:p>
            <a:pPr lvl="6"/>
            <a:r>
              <a:rPr lang="ja-JP" altLang="en-US" dirty="0"/>
              <a:t>テキスト</a:t>
            </a:r>
            <a:endParaRPr lang="en-US" altLang="ja-JP" dirty="0"/>
          </a:p>
          <a:p>
            <a:pPr lvl="7"/>
            <a:r>
              <a:rPr lang="ja-JP" altLang="en-US" dirty="0"/>
              <a:t>テキスト</a:t>
            </a:r>
            <a:endParaRPr lang="en-US" altLang="ja-JP" dirty="0"/>
          </a:p>
          <a:p>
            <a:pPr lvl="8"/>
            <a:r>
              <a:rPr lang="ja-JP" altLang="en-US" dirty="0"/>
              <a:t>テキスト</a:t>
            </a:r>
            <a:endParaRPr lang="en-US" dirty="0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00DC7B19-3A52-4E26-9964-A6ACE89649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4302000" y="4805463"/>
            <a:ext cx="540000" cy="265889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1200" baseline="0">
                <a:solidFill>
                  <a:schemeClr val="tx1"/>
                </a:solidFill>
                <a:latin typeface="Times New Roman" panose="02020603050405020304" pitchFamily="18" charset="0"/>
                <a:ea typeface="メイリオ" panose="020B0604030504040204" pitchFamily="50" charset="-128"/>
                <a:cs typeface="Times New Roman" panose="02020603050405020304" pitchFamily="18" charset="0"/>
              </a:defRPr>
            </a:lvl1pPr>
          </a:lstStyle>
          <a:p>
            <a:fld id="{4D029D89-7B63-4C94-AD4D-2E4D6BB83637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40899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699" r:id="rId2"/>
    <p:sldLayoutId id="2147483700" r:id="rId3"/>
    <p:sldLayoutId id="2147483701" r:id="rId4"/>
    <p:sldLayoutId id="2147483702" r:id="rId5"/>
    <p:sldLayoutId id="2147483722" r:id="rId6"/>
  </p:sldLayoutIdLst>
  <p:hf sldNum="0"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kumimoji="1" sz="2800" b="1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j-cs"/>
        </a:defRPr>
      </a:lvl1pPr>
    </p:titleStyle>
    <p:bodyStyle>
      <a:lvl1pPr marL="216000" indent="-216000" algn="l" defTabSz="685800" rtl="0" eaLnBrk="1" latinLnBrk="0" hangingPunct="1">
        <a:lnSpc>
          <a:spcPct val="100000"/>
        </a:lnSpc>
        <a:spcBef>
          <a:spcPts val="750"/>
        </a:spcBef>
        <a:buClr>
          <a:schemeClr val="accent4"/>
        </a:buClr>
        <a:buSzPct val="90000"/>
        <a:buFont typeface="Wingdings" panose="05000000000000000000" pitchFamily="2" charset="2"/>
        <a:buChar char="l"/>
        <a:defRPr kumimoji="1" sz="22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1pPr>
      <a:lvl2pPr marL="5143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Ø"/>
        <a:defRPr kumimoji="1" sz="18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2pPr>
      <a:lvl3pPr marL="8572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ü"/>
        <a:defRPr kumimoji="1" sz="16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3pPr>
      <a:lvl4pPr marL="12001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4pPr>
      <a:lvl5pPr marL="15430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5pPr>
      <a:lvl6pPr marL="18859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6pPr>
      <a:lvl7pPr marL="22288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7pPr>
      <a:lvl8pPr marL="25717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8pPr>
      <a:lvl9pPr marL="2914650" indent="-171450" algn="l" defTabSz="685800" rtl="0" eaLnBrk="1" latinLnBrk="0" hangingPunct="1">
        <a:lnSpc>
          <a:spcPct val="100000"/>
        </a:lnSpc>
        <a:spcBef>
          <a:spcPts val="375"/>
        </a:spcBef>
        <a:buClr>
          <a:srgbClr val="6D6E70"/>
        </a:buClr>
        <a:buSzPct val="90000"/>
        <a:buFont typeface="Wingdings" panose="05000000000000000000" pitchFamily="2" charset="2"/>
        <a:buChar char="l"/>
        <a:defRPr kumimoji="1" sz="1400" kern="1200" baseline="0">
          <a:solidFill>
            <a:schemeClr val="tx1"/>
          </a:solidFill>
          <a:latin typeface="Times New Roman" panose="02020603050405020304" pitchFamily="18" charset="0"/>
          <a:ea typeface="メイリオ" panose="020B0604030504040204" pitchFamily="50" charset="-128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chouseisan.com/s?h=3f5e3256ce9a4708aaf91e270cd6bbf2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5.png"/><Relationship Id="rId7" Type="http://schemas.openxmlformats.org/officeDocument/2006/relationships/image" Target="../media/image1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78E80D0-6B3F-D37B-E0C4-146D8577D2E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ja-JP" altLang="en-US" dirty="0"/>
              <a:t>アルバイト募集</a:t>
            </a:r>
            <a:endParaRPr kumimoji="1" lang="ja-JP" altLang="en-US" dirty="0"/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E22EFCDE-8249-A145-B589-2FD7A206F18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ja-JP" dirty="0"/>
              <a:t>IoT</a:t>
            </a:r>
            <a:r>
              <a:rPr lang="ja-JP" altLang="en-US" dirty="0"/>
              <a:t>システム実験の被験者について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571433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2DB1E6A-A061-BAAD-2331-CD79251D7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依頼内容</a:t>
            </a:r>
            <a:r>
              <a:rPr kumimoji="1" lang="en-US" altLang="ja-JP" dirty="0"/>
              <a:t>(1)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C800F5-1626-57DE-1794-FC09723F95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kumimoji="1" lang="ja-JP" altLang="en-US" dirty="0"/>
              <a:t>日程</a:t>
            </a:r>
            <a:endParaRPr kumimoji="1" lang="en-US" altLang="ja-JP" dirty="0"/>
          </a:p>
          <a:p>
            <a:pPr lvl="1"/>
            <a:r>
              <a:rPr lang="ja-JP" altLang="en-US" dirty="0"/>
              <a:t>前期期末テスト終了</a:t>
            </a:r>
            <a:r>
              <a:rPr lang="en-US" altLang="ja-JP" dirty="0"/>
              <a:t>(8/6)</a:t>
            </a:r>
            <a:r>
              <a:rPr lang="ja-JP" altLang="en-US" dirty="0"/>
              <a:t>から</a:t>
            </a:r>
            <a:r>
              <a:rPr lang="en-US" altLang="ja-JP" dirty="0"/>
              <a:t>8/20</a:t>
            </a:r>
            <a:r>
              <a:rPr lang="ja-JP" altLang="en-US" dirty="0"/>
              <a:t>ぐらいまでの間で連続した</a:t>
            </a:r>
            <a:r>
              <a:rPr lang="en-US" altLang="ja-JP" dirty="0"/>
              <a:t>2</a:t>
            </a:r>
            <a:r>
              <a:rPr lang="ja-JP" altLang="en-US" dirty="0"/>
              <a:t>日間</a:t>
            </a:r>
            <a:endParaRPr lang="en-US" altLang="ja-JP" dirty="0"/>
          </a:p>
          <a:p>
            <a:pPr lvl="2"/>
            <a:r>
              <a:rPr lang="ja-JP" altLang="en-US" dirty="0"/>
              <a:t>参加希望者のスケジュールの空きを見て決める</a:t>
            </a:r>
            <a:endParaRPr lang="en-US" altLang="ja-JP" dirty="0"/>
          </a:p>
          <a:p>
            <a:pPr lvl="2"/>
            <a:r>
              <a:rPr lang="ja-JP" altLang="en-US" dirty="0"/>
              <a:t>やむを得ない場合は分割日程も有り得る</a:t>
            </a:r>
            <a:endParaRPr lang="en-US" altLang="ja-JP" dirty="0"/>
          </a:p>
          <a:p>
            <a:pPr lvl="2"/>
            <a:endParaRPr kumimoji="1" lang="en-US" altLang="ja-JP" dirty="0"/>
          </a:p>
          <a:p>
            <a:r>
              <a:rPr lang="ja-JP" altLang="en-US" dirty="0"/>
              <a:t>人数 </a:t>
            </a:r>
            <a:r>
              <a:rPr lang="en-US" altLang="ja-JP" dirty="0"/>
              <a:t>: 4</a:t>
            </a:r>
            <a:r>
              <a:rPr lang="ja-JP" altLang="en-US" dirty="0"/>
              <a:t>～</a:t>
            </a:r>
            <a:r>
              <a:rPr lang="en-US" altLang="ja-JP" dirty="0"/>
              <a:t>6</a:t>
            </a:r>
            <a:r>
              <a:rPr lang="ja-JP" altLang="en-US" dirty="0"/>
              <a:t>名 </a:t>
            </a:r>
            <a:r>
              <a:rPr lang="en-US" altLang="ja-JP" dirty="0"/>
              <a:t>(</a:t>
            </a:r>
            <a:r>
              <a:rPr lang="ja-JP" altLang="en-US" dirty="0"/>
              <a:t>部屋の都合上最大</a:t>
            </a:r>
            <a:r>
              <a:rPr lang="en-US" altLang="ja-JP" dirty="0"/>
              <a:t>6</a:t>
            </a:r>
            <a:r>
              <a:rPr lang="ja-JP" altLang="en-US" dirty="0"/>
              <a:t>名</a:t>
            </a:r>
            <a:r>
              <a:rPr lang="en-US" altLang="ja-JP" dirty="0"/>
              <a:t>)</a:t>
            </a:r>
          </a:p>
          <a:p>
            <a:pPr lvl="2"/>
            <a:endParaRPr lang="en-US" altLang="ja-JP" dirty="0"/>
          </a:p>
          <a:p>
            <a:r>
              <a:rPr lang="ja-JP" altLang="en-US" dirty="0"/>
              <a:t>被検者に求められる属性</a:t>
            </a:r>
            <a:r>
              <a:rPr lang="en-US" altLang="ja-JP" dirty="0"/>
              <a:t>/</a:t>
            </a:r>
            <a:r>
              <a:rPr lang="ja-JP" altLang="en-US" dirty="0"/>
              <a:t>知識</a:t>
            </a:r>
            <a:r>
              <a:rPr lang="en-US" altLang="ja-JP" dirty="0"/>
              <a:t>/</a:t>
            </a:r>
            <a:r>
              <a:rPr lang="ja-JP" altLang="en-US" dirty="0"/>
              <a:t>技能</a:t>
            </a:r>
            <a:endParaRPr lang="en-US" altLang="ja-JP" dirty="0"/>
          </a:p>
          <a:p>
            <a:pPr lvl="1"/>
            <a:r>
              <a:rPr lang="ja-JP" altLang="en-US" dirty="0"/>
              <a:t>本学の学生 </a:t>
            </a:r>
            <a:r>
              <a:rPr lang="en-US" altLang="ja-JP" dirty="0"/>
              <a:t>: </a:t>
            </a:r>
            <a:r>
              <a:rPr lang="ja-JP" altLang="en-US" dirty="0"/>
              <a:t>学科</a:t>
            </a:r>
            <a:r>
              <a:rPr lang="en-US" altLang="ja-JP" dirty="0"/>
              <a:t>/</a:t>
            </a:r>
            <a:r>
              <a:rPr lang="ja-JP" altLang="en-US" dirty="0"/>
              <a:t>学部は不問</a:t>
            </a:r>
            <a:endParaRPr lang="en-US" altLang="ja-JP" dirty="0"/>
          </a:p>
          <a:p>
            <a:pPr lvl="2"/>
            <a:r>
              <a:rPr lang="en-US" altLang="ja-JP" dirty="0"/>
              <a:t>PC</a:t>
            </a:r>
            <a:r>
              <a:rPr lang="ja-JP" altLang="en-US" dirty="0"/>
              <a:t>等の技量さえあれば良い</a:t>
            </a:r>
            <a:endParaRPr lang="en-US" altLang="ja-JP" dirty="0"/>
          </a:p>
          <a:p>
            <a:pPr lvl="2"/>
            <a:endParaRPr lang="en-US" altLang="ja-JP" dirty="0"/>
          </a:p>
          <a:p>
            <a:pPr lvl="1"/>
            <a:r>
              <a:rPr lang="en-US" altLang="ja-JP" dirty="0"/>
              <a:t>PC</a:t>
            </a:r>
            <a:r>
              <a:rPr lang="ja-JP" altLang="en-US" dirty="0"/>
              <a:t>へのソフトウェアのインストール</a:t>
            </a:r>
            <a:endParaRPr lang="en-US" altLang="ja-JP" dirty="0"/>
          </a:p>
          <a:p>
            <a:pPr lvl="2"/>
            <a:r>
              <a:rPr lang="ja-JP" altLang="en-US" dirty="0"/>
              <a:t>インストーラの</a:t>
            </a:r>
            <a:r>
              <a:rPr lang="en-US" altLang="ja-JP" dirty="0"/>
              <a:t>URL</a:t>
            </a:r>
            <a:r>
              <a:rPr lang="ja-JP" altLang="en-US" dirty="0"/>
              <a:t>を指示されたら，そこからダウンロードしてインストールできる</a:t>
            </a:r>
            <a:endParaRPr lang="en-US" altLang="ja-JP" dirty="0"/>
          </a:p>
          <a:p>
            <a:pPr lvl="3"/>
            <a:endParaRPr lang="en-US" altLang="ja-JP" dirty="0"/>
          </a:p>
          <a:p>
            <a:pPr lvl="1"/>
            <a:r>
              <a:rPr lang="ja-JP" altLang="en-US" dirty="0"/>
              <a:t>配線</a:t>
            </a:r>
            <a:r>
              <a:rPr lang="en-US" altLang="ja-JP" dirty="0"/>
              <a:t>(</a:t>
            </a:r>
            <a:r>
              <a:rPr lang="ja-JP" altLang="en-US" dirty="0"/>
              <a:t>コネクタを使って機器を繋ぐ</a:t>
            </a:r>
            <a:r>
              <a:rPr lang="en-US" altLang="ja-JP" dirty="0"/>
              <a:t>)</a:t>
            </a:r>
          </a:p>
          <a:p>
            <a:pPr lvl="2"/>
            <a:r>
              <a:rPr lang="ja-JP" altLang="en-US" dirty="0"/>
              <a:t>ケーブル</a:t>
            </a:r>
            <a:r>
              <a:rPr lang="en-US" altLang="ja-JP" dirty="0"/>
              <a:t>(</a:t>
            </a:r>
            <a:r>
              <a:rPr lang="ja-JP" altLang="en-US" dirty="0"/>
              <a:t>例</a:t>
            </a:r>
            <a:r>
              <a:rPr lang="en-US" altLang="ja-JP" dirty="0"/>
              <a:t>:USB)</a:t>
            </a:r>
            <a:r>
              <a:rPr lang="ja-JP" altLang="en-US" dirty="0"/>
              <a:t>と機材を渡され，</a:t>
            </a:r>
            <a:r>
              <a:rPr lang="en-US" altLang="ja-JP" dirty="0"/>
              <a:t>『</a:t>
            </a:r>
            <a:r>
              <a:rPr lang="ja-JP" altLang="en-US" dirty="0"/>
              <a:t>繋いで</a:t>
            </a:r>
            <a:r>
              <a:rPr lang="en-US" altLang="ja-JP" dirty="0"/>
              <a:t>』</a:t>
            </a:r>
            <a:r>
              <a:rPr lang="ja-JP" altLang="en-US" dirty="0"/>
              <a:t>と言われれば配線できる</a:t>
            </a:r>
            <a:endParaRPr lang="en-US" altLang="ja-JP" dirty="0"/>
          </a:p>
        </p:txBody>
      </p:sp>
      <p:sp>
        <p:nvSpPr>
          <p:cNvPr id="4" name="吹き出し: 四角形 3">
            <a:extLst>
              <a:ext uri="{FF2B5EF4-FFF2-40B4-BE49-F238E27FC236}">
                <a16:creationId xmlns:a16="http://schemas.microsoft.com/office/drawing/2014/main" id="{DEC46687-9612-4F38-1EAA-E35E275E3D0B}"/>
              </a:ext>
            </a:extLst>
          </p:cNvPr>
          <p:cNvSpPr/>
          <p:nvPr/>
        </p:nvSpPr>
        <p:spPr>
          <a:xfrm>
            <a:off x="6298220" y="743414"/>
            <a:ext cx="1892526" cy="542410"/>
          </a:xfrm>
          <a:prstGeom prst="wedgeRectCallout">
            <a:avLst>
              <a:gd name="adj1" fmla="val -65319"/>
              <a:gd name="adj2" fmla="val 43997"/>
            </a:avLst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曜日の限定なし</a:t>
            </a:r>
          </a:p>
        </p:txBody>
      </p:sp>
    </p:spTree>
    <p:extLst>
      <p:ext uri="{BB962C8B-B14F-4D97-AF65-F5344CB8AC3E}">
        <p14:creationId xmlns:p14="http://schemas.microsoft.com/office/powerpoint/2010/main" val="2043109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C45F309-F838-2CCC-DC1F-A4E8FD8075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依頼内容</a:t>
            </a:r>
            <a:r>
              <a:rPr lang="en-US" altLang="ja-JP" dirty="0"/>
              <a:t>(2) : </a:t>
            </a:r>
            <a:r>
              <a:rPr lang="ja-JP" altLang="en-US" dirty="0"/>
              <a:t>当日の作業</a:t>
            </a:r>
            <a:endParaRPr kumimoji="1" lang="ja-JP" altLang="en-US" dirty="0"/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D4BC17D-3ADF-0A19-C824-2CCCCB2A4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ea"/>
              <a:buAutoNum type="circleNumDbPlain"/>
            </a:pPr>
            <a:r>
              <a:rPr lang="ja-JP" altLang="en-US" dirty="0"/>
              <a:t>講義を受けてもらう</a:t>
            </a:r>
            <a:r>
              <a:rPr lang="en-US" altLang="ja-JP" dirty="0"/>
              <a:t>(</a:t>
            </a:r>
            <a:r>
              <a:rPr lang="ja-JP" altLang="en-US" dirty="0"/>
              <a:t>マイコン入門</a:t>
            </a:r>
            <a:r>
              <a:rPr lang="en-US" altLang="ja-JP" dirty="0"/>
              <a:t>, IoT</a:t>
            </a:r>
            <a:r>
              <a:rPr lang="ja-JP" altLang="en-US" dirty="0"/>
              <a:t>について等</a:t>
            </a:r>
            <a:r>
              <a:rPr lang="en-US" altLang="ja-JP" dirty="0"/>
              <a:t>)</a:t>
            </a:r>
          </a:p>
          <a:p>
            <a:pPr marL="457200" indent="-457200">
              <a:buFont typeface="+mj-ea"/>
              <a:buAutoNum type="circleNumDbPlain"/>
            </a:pPr>
            <a:endParaRPr lang="en-US" altLang="ja-JP" dirty="0"/>
          </a:p>
          <a:p>
            <a:pPr marL="457200" indent="-457200">
              <a:buFont typeface="+mj-ea"/>
              <a:buAutoNum type="circleNumDbPlain"/>
            </a:pPr>
            <a:r>
              <a:rPr lang="ja-JP" altLang="en-US" dirty="0"/>
              <a:t>アクチュエータ端末開発</a:t>
            </a:r>
            <a:r>
              <a:rPr lang="en-US" altLang="ja-JP" dirty="0"/>
              <a:t>(</a:t>
            </a:r>
            <a:r>
              <a:rPr lang="ja-JP" altLang="en-US" dirty="0"/>
              <a:t>ソフトウェア生成</a:t>
            </a:r>
            <a:r>
              <a:rPr lang="en-US" altLang="ja-JP" dirty="0"/>
              <a:t>)</a:t>
            </a:r>
            <a:r>
              <a:rPr lang="ja-JP" altLang="en-US" dirty="0"/>
              <a:t>の練習 </a:t>
            </a:r>
            <a:r>
              <a:rPr lang="en-US" altLang="ja-JP" dirty="0"/>
              <a:t>+ </a:t>
            </a:r>
            <a:r>
              <a:rPr lang="ja-JP" altLang="en-US" dirty="0"/>
              <a:t>動作確認</a:t>
            </a:r>
            <a:endParaRPr lang="en-US" altLang="ja-JP" dirty="0"/>
          </a:p>
          <a:p>
            <a:pPr marL="457200" indent="-457200">
              <a:buFont typeface="+mj-ea"/>
              <a:buAutoNum type="circleNumDbPlain"/>
            </a:pPr>
            <a:endParaRPr lang="en-US" altLang="ja-JP" dirty="0"/>
          </a:p>
          <a:p>
            <a:pPr marL="457200" indent="-457200">
              <a:buFont typeface="+mj-ea"/>
              <a:buAutoNum type="circleNumDbPlain"/>
            </a:pPr>
            <a:r>
              <a:rPr lang="ja-JP" altLang="en-US" dirty="0"/>
              <a:t>マイコンとアクチュエータの種類を変えながらアクチュエータ端末開発の所要時間を測定</a:t>
            </a:r>
            <a:endParaRPr lang="en-US" altLang="ja-JP" dirty="0"/>
          </a:p>
        </p:txBody>
      </p:sp>
      <p:sp>
        <p:nvSpPr>
          <p:cNvPr id="4" name="吹き出し: 角を丸めた四角形 3">
            <a:extLst>
              <a:ext uri="{FF2B5EF4-FFF2-40B4-BE49-F238E27FC236}">
                <a16:creationId xmlns:a16="http://schemas.microsoft.com/office/drawing/2014/main" id="{37EF7981-DA08-9A70-28D9-EA62A562B7AE}"/>
              </a:ext>
            </a:extLst>
          </p:cNvPr>
          <p:cNvSpPr/>
          <p:nvPr/>
        </p:nvSpPr>
        <p:spPr>
          <a:xfrm>
            <a:off x="4131527" y="3284034"/>
            <a:ext cx="2051824" cy="524107"/>
          </a:xfrm>
          <a:prstGeom prst="wedgeRoundRectCallout">
            <a:avLst>
              <a:gd name="adj1" fmla="val -62137"/>
              <a:gd name="adj2" fmla="val -52394"/>
              <a:gd name="adj3" fmla="val 16667"/>
            </a:avLst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何回か繰り返し</a:t>
            </a:r>
          </a:p>
        </p:txBody>
      </p:sp>
    </p:spTree>
    <p:extLst>
      <p:ext uri="{BB962C8B-B14F-4D97-AF65-F5344CB8AC3E}">
        <p14:creationId xmlns:p14="http://schemas.microsoft.com/office/powerpoint/2010/main" val="25347796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57FDDC-0EE1-AB4A-E382-DB949789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当日までの予定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EDA2BB4-7EE8-F3E9-19AC-E35BAB501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457200" indent="-457200">
              <a:buFont typeface="+mj-ea"/>
              <a:buAutoNum type="circleNumDbPlain"/>
            </a:pPr>
            <a:r>
              <a:rPr kumimoji="1" lang="ja-JP" altLang="en-US" dirty="0"/>
              <a:t>エントリ</a:t>
            </a:r>
            <a:r>
              <a:rPr lang="ja-JP" altLang="en-US" dirty="0"/>
              <a:t> </a:t>
            </a:r>
            <a:r>
              <a:rPr lang="en-US" altLang="ja-JP" dirty="0"/>
              <a:t>: Teams</a:t>
            </a:r>
            <a:r>
              <a:rPr lang="ja-JP" altLang="en-US" dirty="0"/>
              <a:t>のチームに参加</a:t>
            </a:r>
            <a:r>
              <a:rPr lang="en-US" altLang="ja-JP" dirty="0"/>
              <a:t>(</a:t>
            </a:r>
            <a:r>
              <a:rPr lang="ja-JP" altLang="en-US" dirty="0"/>
              <a:t>チームコード </a:t>
            </a:r>
            <a:r>
              <a:rPr lang="en-US" altLang="ja-JP" dirty="0"/>
              <a:t>:</a:t>
            </a:r>
            <a:r>
              <a:rPr lang="ja-JP" altLang="en-US" dirty="0"/>
              <a:t> </a:t>
            </a:r>
            <a:r>
              <a:rPr lang="de-DE" altLang="ja-JP" dirty="0"/>
              <a:t>rmx4396)</a:t>
            </a:r>
            <a:endParaRPr kumimoji="1" lang="en-US" altLang="ja-JP" dirty="0"/>
          </a:p>
          <a:p>
            <a:pPr marL="755550" lvl="1" indent="-457200">
              <a:buFont typeface="Wingdings" panose="05000000000000000000" pitchFamily="2" charset="2"/>
              <a:buChar char="l"/>
            </a:pPr>
            <a:r>
              <a:rPr kumimoji="1" lang="ja-JP" altLang="en-US" dirty="0"/>
              <a:t>日程調整の結果，不参加になる場合あり</a:t>
            </a:r>
            <a:endParaRPr kumimoji="1" lang="en-US" altLang="ja-JP" dirty="0"/>
          </a:p>
          <a:p>
            <a:pPr marL="755550" lvl="1" indent="-457200">
              <a:buFont typeface="Wingdings" panose="05000000000000000000" pitchFamily="2" charset="2"/>
              <a:buChar char="l"/>
            </a:pPr>
            <a:endParaRPr kumimoji="1" lang="en-US" altLang="ja-JP" dirty="0"/>
          </a:p>
          <a:p>
            <a:pPr marL="457200" indent="-457200">
              <a:buFont typeface="+mj-ea"/>
              <a:buAutoNum type="circleNumDbPlain"/>
            </a:pPr>
            <a:r>
              <a:rPr lang="ja-JP" altLang="en-US" dirty="0"/>
              <a:t>日程調査フォーム</a:t>
            </a:r>
            <a:r>
              <a:rPr lang="en-US" altLang="ja-JP" dirty="0"/>
              <a:t>(</a:t>
            </a:r>
            <a:r>
              <a:rPr lang="ja-JP" altLang="en-US" dirty="0"/>
              <a:t>調整さん</a:t>
            </a:r>
            <a:r>
              <a:rPr lang="en-US" altLang="ja-JP" dirty="0"/>
              <a:t>.com)</a:t>
            </a:r>
            <a:r>
              <a:rPr lang="ja-JP" altLang="en-US" dirty="0"/>
              <a:t>へ自分のスケジュールを入力</a:t>
            </a:r>
            <a:endParaRPr lang="en-US" altLang="ja-JP" dirty="0"/>
          </a:p>
          <a:p>
            <a:pPr marL="755550" lvl="1" indent="-457200">
              <a:buFont typeface="Wingdings" panose="05000000000000000000" pitchFamily="2" charset="2"/>
              <a:buChar char="l"/>
            </a:pPr>
            <a:r>
              <a:rPr lang="en-US" altLang="ja-JP" dirty="0">
                <a:hlinkClick r:id="rId3"/>
              </a:rPr>
              <a:t>https://chouseisan.com/s?h=3f5e3256ce9a4708aaf91e270cd6bbf2</a:t>
            </a:r>
            <a:endParaRPr lang="en-US" altLang="ja-JP" dirty="0"/>
          </a:p>
          <a:p>
            <a:pPr marL="755550" lvl="1" indent="-457200">
              <a:buFont typeface="Wingdings" panose="05000000000000000000" pitchFamily="2" charset="2"/>
              <a:buChar char="l"/>
            </a:pPr>
            <a:endParaRPr lang="en-US" altLang="ja-JP" dirty="0"/>
          </a:p>
          <a:p>
            <a:pPr marL="457200" indent="-457200">
              <a:buFont typeface="+mj-ea"/>
              <a:buAutoNum type="circleNumDbPlain"/>
            </a:pPr>
            <a:r>
              <a:rPr kumimoji="1" lang="ja-JP" altLang="en-US" dirty="0"/>
              <a:t>確定した日程のアナウンス </a:t>
            </a:r>
            <a:r>
              <a:rPr kumimoji="1" lang="en-US" altLang="ja-JP" dirty="0"/>
              <a:t>(</a:t>
            </a:r>
            <a:r>
              <a:rPr kumimoji="1" lang="ja-JP" altLang="en-US" dirty="0"/>
              <a:t>野呂</a:t>
            </a:r>
            <a:r>
              <a:rPr kumimoji="1" lang="en-US" altLang="ja-JP" dirty="0"/>
              <a:t>)</a:t>
            </a:r>
          </a:p>
          <a:p>
            <a:pPr marL="755550" lvl="1" indent="-457200">
              <a:buFont typeface="Wingdings" panose="05000000000000000000" pitchFamily="2" charset="2"/>
              <a:buChar char="l"/>
            </a:pPr>
            <a:endParaRPr kumimoji="1" lang="en-US" altLang="ja-JP" dirty="0"/>
          </a:p>
          <a:p>
            <a:pPr marL="457200" indent="-457200">
              <a:buFont typeface="+mj-ea"/>
              <a:buAutoNum type="circleNumDbPlain"/>
            </a:pPr>
            <a:r>
              <a:rPr lang="ja-JP" altLang="en-US" dirty="0"/>
              <a:t>野呂の部屋</a:t>
            </a:r>
            <a:r>
              <a:rPr lang="en-US" altLang="ja-JP" dirty="0"/>
              <a:t>(1643)</a:t>
            </a:r>
            <a:r>
              <a:rPr lang="ja-JP" altLang="en-US" dirty="0"/>
              <a:t>に来て，大学に提出する書類に記入</a:t>
            </a:r>
            <a:r>
              <a:rPr lang="en-US" altLang="ja-JP" dirty="0"/>
              <a:t>(</a:t>
            </a:r>
            <a:r>
              <a:rPr lang="ja-JP" altLang="en-US" dirty="0"/>
              <a:t>給与振込口座等</a:t>
            </a:r>
            <a:r>
              <a:rPr lang="en-US" altLang="ja-JP" dirty="0"/>
              <a:t>)</a:t>
            </a:r>
          </a:p>
          <a:p>
            <a:pPr marL="755550" lvl="1" indent="-457200">
              <a:buFont typeface="Wingdings" panose="05000000000000000000" pitchFamily="2" charset="2"/>
              <a:buChar char="l"/>
            </a:pPr>
            <a:r>
              <a:rPr lang="ja-JP" altLang="en-US" dirty="0"/>
              <a:t>口座の名義が自分以外の場合，名義人の「許諾のサイン</a:t>
            </a:r>
            <a:r>
              <a:rPr lang="en-US" altLang="ja-JP" dirty="0"/>
              <a:t>&amp;</a:t>
            </a:r>
            <a:r>
              <a:rPr lang="ja-JP" altLang="en-US" dirty="0"/>
              <a:t>押印」をもらってくる</a:t>
            </a:r>
            <a:endParaRPr lang="en-US" altLang="ja-JP" dirty="0"/>
          </a:p>
          <a:p>
            <a:pPr marL="755550" lvl="1" indent="-457200">
              <a:buFont typeface="Wingdings" panose="05000000000000000000" pitchFamily="2" charset="2"/>
              <a:buChar char="l"/>
            </a:pPr>
            <a:endParaRPr lang="en-US" altLang="ja-JP" dirty="0"/>
          </a:p>
          <a:p>
            <a:pPr marL="457200" indent="-457200">
              <a:buFont typeface="+mj-ea"/>
              <a:buAutoNum type="circleNumDbPlain"/>
            </a:pPr>
            <a:r>
              <a:rPr kumimoji="1" lang="ja-JP" altLang="en-US" dirty="0"/>
              <a:t>いくつかのソフトウェアを</a:t>
            </a:r>
            <a:r>
              <a:rPr kumimoji="1" lang="en-US" altLang="ja-JP" dirty="0"/>
              <a:t>PC</a:t>
            </a:r>
            <a:r>
              <a:rPr kumimoji="1" lang="ja-JP" altLang="en-US" dirty="0"/>
              <a:t>にインストールして動作確認</a:t>
            </a:r>
            <a:endParaRPr kumimoji="1" lang="en-US" altLang="ja-JP" dirty="0"/>
          </a:p>
          <a:p>
            <a:pPr marL="457200" indent="-457200">
              <a:buFont typeface="+mj-ea"/>
              <a:buAutoNum type="circleNumDbPlain"/>
            </a:pPr>
            <a:endParaRPr kumimoji="1" lang="ja-JP" altLang="en-US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4EE8F16A-1527-B716-1F98-0441E2EBC859}"/>
              </a:ext>
            </a:extLst>
          </p:cNvPr>
          <p:cNvSpPr/>
          <p:nvPr/>
        </p:nvSpPr>
        <p:spPr>
          <a:xfrm>
            <a:off x="109712" y="3355595"/>
            <a:ext cx="8920976" cy="1408105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CD0A8C0-D1F5-14CB-8103-4B94A581FD83}"/>
              </a:ext>
            </a:extLst>
          </p:cNvPr>
          <p:cNvSpPr txBox="1"/>
          <p:nvPr/>
        </p:nvSpPr>
        <p:spPr>
          <a:xfrm>
            <a:off x="6919609" y="298626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dirty="0">
                <a:solidFill>
                  <a:srgbClr val="FF0000"/>
                </a:solidFill>
              </a:rPr>
              <a:t>参加できる人のみ</a:t>
            </a:r>
          </a:p>
        </p:txBody>
      </p:sp>
    </p:spTree>
    <p:extLst>
      <p:ext uri="{BB962C8B-B14F-4D97-AF65-F5344CB8AC3E}">
        <p14:creationId xmlns:p14="http://schemas.microsoft.com/office/powerpoint/2010/main" val="18035702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CB937D-8B1E-ACB9-34F1-34047646D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当日の予定 </a:t>
            </a:r>
            <a:r>
              <a:rPr kumimoji="1" lang="en-US" altLang="ja-JP" dirty="0"/>
              <a:t>: 1.5</a:t>
            </a:r>
            <a:r>
              <a:rPr kumimoji="1" lang="ja-JP" altLang="en-US" dirty="0"/>
              <a:t>日～</a:t>
            </a:r>
            <a:r>
              <a:rPr kumimoji="1" lang="en-US" altLang="ja-JP" dirty="0"/>
              <a:t>2</a:t>
            </a:r>
            <a:r>
              <a:rPr kumimoji="1" lang="ja-JP" altLang="en-US" dirty="0"/>
              <a:t>日を想定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D035A986-46A3-F617-22BB-88D718502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kumimoji="1" lang="ja-JP" altLang="en-US" dirty="0"/>
              <a:t>初日</a:t>
            </a:r>
            <a:endParaRPr kumimoji="1" lang="en-US" altLang="ja-JP" dirty="0"/>
          </a:p>
          <a:p>
            <a:pPr lvl="1"/>
            <a:r>
              <a:rPr lang="en-US" altLang="ja-JP" dirty="0"/>
              <a:t>9:30(</a:t>
            </a:r>
            <a:r>
              <a:rPr lang="ja-JP" altLang="en-US" dirty="0"/>
              <a:t>もしくは</a:t>
            </a:r>
            <a:r>
              <a:rPr lang="en-US" altLang="ja-JP" dirty="0"/>
              <a:t>10:00)</a:t>
            </a:r>
            <a:r>
              <a:rPr lang="ja-JP" altLang="en-US" dirty="0"/>
              <a:t>集合</a:t>
            </a:r>
            <a:endParaRPr lang="en-US" altLang="ja-JP" dirty="0"/>
          </a:p>
          <a:p>
            <a:pPr lvl="1"/>
            <a:r>
              <a:rPr kumimoji="1" lang="ja-JP" altLang="en-US" dirty="0"/>
              <a:t>講義</a:t>
            </a:r>
            <a:endParaRPr kumimoji="1" lang="en-US" altLang="ja-JP" dirty="0"/>
          </a:p>
          <a:p>
            <a:pPr lvl="1"/>
            <a:r>
              <a:rPr lang="ja-JP" altLang="en-US" dirty="0"/>
              <a:t>昼食</a:t>
            </a:r>
            <a:endParaRPr lang="en-US" altLang="ja-JP" dirty="0"/>
          </a:p>
          <a:p>
            <a:pPr lvl="1"/>
            <a:r>
              <a:rPr kumimoji="1" lang="ja-JP" altLang="en-US" dirty="0"/>
              <a:t>アクチュエータ端末開発練習</a:t>
            </a:r>
            <a:endParaRPr kumimoji="1" lang="en-US" altLang="ja-JP" dirty="0"/>
          </a:p>
          <a:p>
            <a:pPr lvl="1"/>
            <a:r>
              <a:rPr lang="ja-JP" altLang="en-US" dirty="0"/>
              <a:t>アクチュエータ端末開発実践 </a:t>
            </a:r>
            <a:r>
              <a:rPr lang="en-US" altLang="ja-JP" dirty="0"/>
              <a:t>(1</a:t>
            </a:r>
            <a:r>
              <a:rPr lang="ja-JP" altLang="en-US" dirty="0"/>
              <a:t>日目</a:t>
            </a:r>
            <a:r>
              <a:rPr lang="en-US" altLang="ja-JP" dirty="0"/>
              <a:t>)</a:t>
            </a:r>
          </a:p>
          <a:p>
            <a:pPr lvl="1"/>
            <a:r>
              <a:rPr kumimoji="1" lang="en-US" altLang="ja-JP" dirty="0"/>
              <a:t>17:00</a:t>
            </a:r>
            <a:r>
              <a:rPr lang="ja-JP" altLang="en-US" dirty="0"/>
              <a:t>まで</a:t>
            </a:r>
            <a:r>
              <a:rPr kumimoji="1" lang="ja-JP" altLang="en-US" dirty="0"/>
              <a:t>に終了</a:t>
            </a:r>
            <a:endParaRPr kumimoji="1" lang="en-US" altLang="ja-JP" dirty="0"/>
          </a:p>
          <a:p>
            <a:r>
              <a:rPr lang="en-US" altLang="ja-JP" dirty="0"/>
              <a:t>2</a:t>
            </a:r>
            <a:r>
              <a:rPr lang="ja-JP" altLang="en-US" dirty="0"/>
              <a:t>日目</a:t>
            </a:r>
            <a:r>
              <a:rPr lang="en-US" altLang="ja-JP" dirty="0"/>
              <a:t>(</a:t>
            </a:r>
            <a:r>
              <a:rPr lang="ja-JP" altLang="en-US" dirty="0"/>
              <a:t>最終日</a:t>
            </a:r>
            <a:r>
              <a:rPr lang="en-US" altLang="ja-JP" dirty="0"/>
              <a:t>)</a:t>
            </a:r>
          </a:p>
          <a:p>
            <a:pPr lvl="1"/>
            <a:r>
              <a:rPr lang="en-US" altLang="ja-JP" dirty="0"/>
              <a:t>9:30(</a:t>
            </a:r>
            <a:r>
              <a:rPr lang="ja-JP" altLang="en-US" dirty="0"/>
              <a:t>もしくは</a:t>
            </a:r>
            <a:r>
              <a:rPr lang="en-US" altLang="ja-JP" dirty="0"/>
              <a:t>10:00)</a:t>
            </a:r>
            <a:r>
              <a:rPr lang="ja-JP" altLang="en-US" dirty="0"/>
              <a:t>集合</a:t>
            </a:r>
            <a:endParaRPr lang="en-US" altLang="ja-JP" dirty="0"/>
          </a:p>
          <a:p>
            <a:pPr lvl="1"/>
            <a:r>
              <a:rPr lang="ja-JP" altLang="en-US" dirty="0"/>
              <a:t>アクチュエータ端末開発実践 </a:t>
            </a:r>
            <a:r>
              <a:rPr lang="en-US" altLang="ja-JP" dirty="0"/>
              <a:t>(2</a:t>
            </a:r>
            <a:r>
              <a:rPr lang="ja-JP" altLang="en-US" dirty="0"/>
              <a:t>日目</a:t>
            </a:r>
            <a:r>
              <a:rPr lang="en-US" altLang="ja-JP" dirty="0"/>
              <a:t>)</a:t>
            </a:r>
          </a:p>
          <a:p>
            <a:pPr lvl="1"/>
            <a:r>
              <a:rPr lang="ja-JP" altLang="en-US" dirty="0"/>
              <a:t>終了</a:t>
            </a:r>
            <a:r>
              <a:rPr lang="en-US" altLang="ja-JP" dirty="0"/>
              <a:t>(</a:t>
            </a:r>
            <a:r>
              <a:rPr lang="ja-JP" altLang="en-US" dirty="0"/>
              <a:t>予定時刻</a:t>
            </a:r>
            <a:r>
              <a:rPr lang="en-US" altLang="ja-JP" dirty="0"/>
              <a:t>)</a:t>
            </a:r>
          </a:p>
          <a:p>
            <a:pPr lvl="2"/>
            <a:r>
              <a:rPr lang="ja-JP" altLang="en-US" dirty="0"/>
              <a:t>早ければお昼すぎ</a:t>
            </a:r>
            <a:r>
              <a:rPr lang="en-US" altLang="ja-JP" dirty="0"/>
              <a:t>, </a:t>
            </a:r>
            <a:r>
              <a:rPr lang="ja-JP" altLang="en-US" dirty="0"/>
              <a:t>最悪でも</a:t>
            </a:r>
            <a:r>
              <a:rPr lang="en-US" altLang="ja-JP" dirty="0"/>
              <a:t>17</a:t>
            </a:r>
            <a:r>
              <a:rPr lang="ja-JP" altLang="en-US" dirty="0"/>
              <a:t>時までに終了</a:t>
            </a:r>
            <a:endParaRPr lang="en-US" altLang="ja-JP" dirty="0"/>
          </a:p>
          <a:p>
            <a:pPr lvl="1"/>
            <a:endParaRPr kumimoji="1" lang="ja-JP" altLang="en-US" dirty="0"/>
          </a:p>
        </p:txBody>
      </p:sp>
      <p:sp>
        <p:nvSpPr>
          <p:cNvPr id="4" name="吹き出し: 角を丸めた四角形 3">
            <a:extLst>
              <a:ext uri="{FF2B5EF4-FFF2-40B4-BE49-F238E27FC236}">
                <a16:creationId xmlns:a16="http://schemas.microsoft.com/office/drawing/2014/main" id="{49762DE0-AF1C-2741-592E-8975C25B0E4C}"/>
              </a:ext>
            </a:extLst>
          </p:cNvPr>
          <p:cNvSpPr/>
          <p:nvPr/>
        </p:nvSpPr>
        <p:spPr>
          <a:xfrm>
            <a:off x="3471805" y="838888"/>
            <a:ext cx="3133492" cy="680224"/>
          </a:xfrm>
          <a:prstGeom prst="wedgeRoundRectCallout">
            <a:avLst>
              <a:gd name="adj1" fmla="val -56242"/>
              <a:gd name="adj2" fmla="val 34631"/>
              <a:gd name="adj3" fmla="val 16667"/>
            </a:avLst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参加メンバーの都合も聞いて決定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kumimoji="1" lang="en-US" altLang="ja-JP" sz="1400" dirty="0">
                <a:solidFill>
                  <a:schemeClr val="tx1"/>
                </a:solidFill>
              </a:rPr>
              <a:t>(</a:t>
            </a:r>
            <a:r>
              <a:rPr kumimoji="1" lang="ja-JP" altLang="en-US" sz="1400" dirty="0">
                <a:solidFill>
                  <a:schemeClr val="tx1"/>
                </a:solidFill>
              </a:rPr>
              <a:t>家が遠いなど</a:t>
            </a:r>
            <a:r>
              <a:rPr kumimoji="1" lang="en-US" altLang="ja-JP" sz="1400" dirty="0">
                <a:solidFill>
                  <a:schemeClr val="tx1"/>
                </a:solidFill>
              </a:rPr>
              <a:t>)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  <p:sp>
        <p:nvSpPr>
          <p:cNvPr id="5" name="吹き出し: 角を丸めた四角形 4">
            <a:extLst>
              <a:ext uri="{FF2B5EF4-FFF2-40B4-BE49-F238E27FC236}">
                <a16:creationId xmlns:a16="http://schemas.microsoft.com/office/drawing/2014/main" id="{128C5267-6AA1-69E9-964D-DCB69BB718AC}"/>
              </a:ext>
            </a:extLst>
          </p:cNvPr>
          <p:cNvSpPr/>
          <p:nvPr/>
        </p:nvSpPr>
        <p:spPr>
          <a:xfrm>
            <a:off x="1615127" y="1670400"/>
            <a:ext cx="5382541" cy="407974"/>
          </a:xfrm>
          <a:prstGeom prst="wedgeRoundRectCallout">
            <a:avLst>
              <a:gd name="adj1" fmla="val -56242"/>
              <a:gd name="adj2" fmla="val 34631"/>
              <a:gd name="adj3" fmla="val 16667"/>
            </a:avLst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食べられる物の制限</a:t>
            </a:r>
            <a:r>
              <a:rPr kumimoji="1" lang="en-US" altLang="ja-JP" sz="1400" dirty="0">
                <a:solidFill>
                  <a:schemeClr val="tx1"/>
                </a:solidFill>
              </a:rPr>
              <a:t>(</a:t>
            </a:r>
            <a:r>
              <a:rPr kumimoji="1" lang="ja-JP" altLang="en-US" sz="1400" dirty="0">
                <a:solidFill>
                  <a:schemeClr val="tx1"/>
                </a:solidFill>
              </a:rPr>
              <a:t>アレルギー等</a:t>
            </a:r>
            <a:r>
              <a:rPr kumimoji="1" lang="en-US" altLang="ja-JP" sz="1400" dirty="0">
                <a:solidFill>
                  <a:schemeClr val="tx1"/>
                </a:solidFill>
              </a:rPr>
              <a:t>)</a:t>
            </a:r>
            <a:r>
              <a:rPr kumimoji="1" lang="ja-JP" altLang="en-US" sz="1400" dirty="0">
                <a:solidFill>
                  <a:schemeClr val="tx1"/>
                </a:solidFill>
              </a:rPr>
              <a:t>がない人には提供</a:t>
            </a:r>
            <a:r>
              <a:rPr kumimoji="1" lang="en-US" altLang="ja-JP" sz="1400" dirty="0">
                <a:solidFill>
                  <a:schemeClr val="tx1"/>
                </a:solidFill>
              </a:rPr>
              <a:t>(</a:t>
            </a:r>
            <a:r>
              <a:rPr kumimoji="1" lang="ja-JP" altLang="en-US" sz="1400" dirty="0">
                <a:solidFill>
                  <a:schemeClr val="tx1"/>
                </a:solidFill>
              </a:rPr>
              <a:t>予定</a:t>
            </a:r>
            <a:r>
              <a:rPr kumimoji="1" lang="en-US" altLang="ja-JP" sz="1400" dirty="0">
                <a:solidFill>
                  <a:schemeClr val="tx1"/>
                </a:solidFill>
              </a:rPr>
              <a:t>)</a:t>
            </a:r>
            <a:endParaRPr kumimoji="1" lang="ja-JP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6671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553081-B542-72CC-A61B-59C3BD54A50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実施してもらう評価実験の内容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0A8DF2F6-9612-6F9B-13D2-5C580D9D679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42017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雲 15">
            <a:extLst>
              <a:ext uri="{FF2B5EF4-FFF2-40B4-BE49-F238E27FC236}">
                <a16:creationId xmlns:a16="http://schemas.microsoft.com/office/drawing/2014/main" id="{78EE9ADD-8FA1-547C-BEDE-948B39278937}"/>
              </a:ext>
            </a:extLst>
          </p:cNvPr>
          <p:cNvSpPr/>
          <p:nvPr/>
        </p:nvSpPr>
        <p:spPr>
          <a:xfrm>
            <a:off x="1718036" y="2471475"/>
            <a:ext cx="2000963" cy="1088928"/>
          </a:xfrm>
          <a:prstGeom prst="cloud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069FDF59-275C-9AAB-D834-3572E8C32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IoT</a:t>
            </a:r>
            <a:r>
              <a:rPr kumimoji="1" lang="ja-JP" altLang="en-US" dirty="0"/>
              <a:t>アクチュエータ端末とは</a:t>
            </a:r>
          </a:p>
        </p:txBody>
      </p:sp>
      <p:sp>
        <p:nvSpPr>
          <p:cNvPr id="23" name="コンテンツ プレースホルダー 22">
            <a:extLst>
              <a:ext uri="{FF2B5EF4-FFF2-40B4-BE49-F238E27FC236}">
                <a16:creationId xmlns:a16="http://schemas.microsoft.com/office/drawing/2014/main" id="{2E8D95E9-7686-F65B-7E23-3B2BA0595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ロボット，電化製品等を制御する小型コンピュータ</a:t>
            </a:r>
            <a:r>
              <a:rPr lang="en-US" altLang="ja-JP" dirty="0"/>
              <a:t>(</a:t>
            </a:r>
            <a:r>
              <a:rPr lang="ja-JP" altLang="en-US" dirty="0"/>
              <a:t>マイコン</a:t>
            </a:r>
            <a:r>
              <a:rPr lang="en-US" altLang="ja-JP" dirty="0"/>
              <a:t>)</a:t>
            </a:r>
            <a:endParaRPr lang="ja-JP" altLang="en-US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47E48EAF-5593-08E1-A22F-6A75350C8D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2062" y="2209610"/>
            <a:ext cx="918672" cy="101404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07B8D0C1-E33D-2D13-2647-0A0BF2EBF0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9400816">
            <a:off x="3536075" y="2616987"/>
            <a:ext cx="580292" cy="580292"/>
          </a:xfrm>
          <a:prstGeom prst="rect">
            <a:avLst/>
          </a:prstGeom>
        </p:spPr>
      </p:pic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9ACA7D63-3188-8B5D-C960-3CBDE64D9CF4}"/>
              </a:ext>
            </a:extLst>
          </p:cNvPr>
          <p:cNvCxnSpPr/>
          <p:nvPr/>
        </p:nvCxnSpPr>
        <p:spPr>
          <a:xfrm>
            <a:off x="4127700" y="2907133"/>
            <a:ext cx="521677" cy="0"/>
          </a:xfrm>
          <a:prstGeom prst="line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E111E2C-8AB9-922F-C260-23B2112114A6}"/>
              </a:ext>
            </a:extLst>
          </p:cNvPr>
          <p:cNvSpPr txBox="1"/>
          <p:nvPr/>
        </p:nvSpPr>
        <p:spPr>
          <a:xfrm>
            <a:off x="3444919" y="2436722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dirty="0"/>
              <a:t>マイコン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6A59EB6-08F3-ECEC-F0DE-66A1D1102BFA}"/>
              </a:ext>
            </a:extLst>
          </p:cNvPr>
          <p:cNvSpPr txBox="1"/>
          <p:nvPr/>
        </p:nvSpPr>
        <p:spPr>
          <a:xfrm>
            <a:off x="4396418" y="1754697"/>
            <a:ext cx="14414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 dirty="0"/>
              <a:t>アクチュエータ</a:t>
            </a:r>
            <a:endParaRPr kumimoji="1" lang="en-US" altLang="ja-JP" sz="1400" dirty="0"/>
          </a:p>
          <a:p>
            <a:pPr algn="ctr"/>
            <a:r>
              <a:rPr kumimoji="1" lang="en-US" altLang="ja-JP" sz="1400" dirty="0"/>
              <a:t>(</a:t>
            </a:r>
            <a:r>
              <a:rPr kumimoji="1" lang="ja-JP" altLang="en-US" sz="1400" dirty="0"/>
              <a:t>ロボット等</a:t>
            </a:r>
            <a:r>
              <a:rPr kumimoji="1" lang="en-US" altLang="ja-JP" sz="1400" dirty="0"/>
              <a:t>)</a:t>
            </a:r>
            <a:endParaRPr kumimoji="1" lang="ja-JP" altLang="en-US" sz="1400" dirty="0"/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C602F98C-0A52-0B02-EBAA-EACF2A408A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7027" y="2402760"/>
            <a:ext cx="749766" cy="885675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1792909-27A4-FFBA-5CEE-3B62941D0E2B}"/>
              </a:ext>
            </a:extLst>
          </p:cNvPr>
          <p:cNvSpPr txBox="1"/>
          <p:nvPr/>
        </p:nvSpPr>
        <p:spPr>
          <a:xfrm>
            <a:off x="1477027" y="2130792"/>
            <a:ext cx="72327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ja-JP" altLang="en-US" sz="1400" dirty="0"/>
              <a:t>サーバ</a:t>
            </a:r>
          </a:p>
        </p:txBody>
      </p:sp>
      <p:cxnSp>
        <p:nvCxnSpPr>
          <p:cNvPr id="18" name="直線矢印コネクタ 17">
            <a:extLst>
              <a:ext uri="{FF2B5EF4-FFF2-40B4-BE49-F238E27FC236}">
                <a16:creationId xmlns:a16="http://schemas.microsoft.com/office/drawing/2014/main" id="{16A36F8D-7137-14C6-869B-FA6EC870BA1A}"/>
              </a:ext>
            </a:extLst>
          </p:cNvPr>
          <p:cNvCxnSpPr/>
          <p:nvPr/>
        </p:nvCxnSpPr>
        <p:spPr>
          <a:xfrm>
            <a:off x="2226793" y="2907133"/>
            <a:ext cx="1173248" cy="0"/>
          </a:xfrm>
          <a:prstGeom prst="straightConnector1">
            <a:avLst/>
          </a:prstGeom>
          <a:ln w="95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26179EB-2C64-3557-254E-7C628A799ED0}"/>
              </a:ext>
            </a:extLst>
          </p:cNvPr>
          <p:cNvSpPr txBox="1"/>
          <p:nvPr/>
        </p:nvSpPr>
        <p:spPr>
          <a:xfrm>
            <a:off x="2474507" y="2653420"/>
            <a:ext cx="5437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dirty="0"/>
              <a:t>命令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9AFB7CDE-1D5F-36E4-EB8E-E69E0B7C6744}"/>
              </a:ext>
            </a:extLst>
          </p:cNvPr>
          <p:cNvSpPr txBox="1"/>
          <p:nvPr/>
        </p:nvSpPr>
        <p:spPr>
          <a:xfrm>
            <a:off x="4090457" y="296119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dirty="0"/>
              <a:t>制御</a:t>
            </a:r>
            <a:endParaRPr kumimoji="1" lang="en-US" altLang="ja-JP" sz="1400" dirty="0"/>
          </a:p>
          <a:p>
            <a:pPr algn="l"/>
            <a:r>
              <a:rPr kumimoji="1" lang="ja-JP" altLang="en-US" sz="1400" dirty="0"/>
              <a:t>信号</a:t>
            </a:r>
          </a:p>
        </p:txBody>
      </p:sp>
      <p:sp>
        <p:nvSpPr>
          <p:cNvPr id="21" name="四角形: 角を丸くする 20">
            <a:extLst>
              <a:ext uri="{FF2B5EF4-FFF2-40B4-BE49-F238E27FC236}">
                <a16:creationId xmlns:a16="http://schemas.microsoft.com/office/drawing/2014/main" id="{EBD651CD-D6AB-5B91-CCB9-70D0BC1ED097}"/>
              </a:ext>
            </a:extLst>
          </p:cNvPr>
          <p:cNvSpPr/>
          <p:nvPr/>
        </p:nvSpPr>
        <p:spPr>
          <a:xfrm>
            <a:off x="3278458" y="1550019"/>
            <a:ext cx="3094741" cy="2230244"/>
          </a:xfrm>
          <a:prstGeom prst="roundRect">
            <a:avLst/>
          </a:prstGeom>
          <a:noFill/>
          <a:ln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0509789-6DD2-D5FE-BF94-AC6215A734E1}"/>
              </a:ext>
            </a:extLst>
          </p:cNvPr>
          <p:cNvSpPr txBox="1"/>
          <p:nvPr/>
        </p:nvSpPr>
        <p:spPr>
          <a:xfrm>
            <a:off x="3826221" y="3812295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dirty="0">
                <a:solidFill>
                  <a:srgbClr val="FF0000"/>
                </a:solidFill>
              </a:rPr>
              <a:t>アクチュエータ端末</a:t>
            </a:r>
          </a:p>
        </p:txBody>
      </p:sp>
    </p:spTree>
    <p:extLst>
      <p:ext uri="{BB962C8B-B14F-4D97-AF65-F5344CB8AC3E}">
        <p14:creationId xmlns:p14="http://schemas.microsoft.com/office/powerpoint/2010/main" val="42382088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07E848-F93D-9327-D0DA-6B632A7EA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代表的なアクチュエータ</a:t>
            </a:r>
            <a:endParaRPr kumimoji="1"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F8F12213-7B87-08A9-DC30-F05D4ECF49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372" t="26296" r="6346" b="23794"/>
          <a:stretch>
            <a:fillRect/>
          </a:stretch>
        </p:blipFill>
        <p:spPr>
          <a:xfrm>
            <a:off x="1280749" y="1166975"/>
            <a:ext cx="1934308" cy="1048250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5B70ACA3-D053-371D-1830-6117D5A3D33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87" t="15727" r="4357" b="15669"/>
          <a:stretch>
            <a:fillRect/>
          </a:stretch>
        </p:blipFill>
        <p:spPr>
          <a:xfrm>
            <a:off x="1091511" y="2799092"/>
            <a:ext cx="2485293" cy="1880737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51173D3-B11C-7E8F-EE17-8923EA84EA2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3151" t="68376" r="37814" b="7692"/>
          <a:stretch>
            <a:fillRect/>
          </a:stretch>
        </p:blipFill>
        <p:spPr>
          <a:xfrm>
            <a:off x="4567605" y="1223581"/>
            <a:ext cx="1395046" cy="775026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4EA851BC-F348-A8F7-CE10-3F17D97F95E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282" r="2756"/>
          <a:stretch>
            <a:fillRect/>
          </a:stretch>
        </p:blipFill>
        <p:spPr>
          <a:xfrm>
            <a:off x="4567605" y="2496180"/>
            <a:ext cx="2634761" cy="40401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FD9033E1-AFCE-A161-EC03-A597BE9D59D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341" t="20759" r="13505" b="20759"/>
          <a:stretch>
            <a:fillRect/>
          </a:stretch>
        </p:blipFill>
        <p:spPr>
          <a:xfrm>
            <a:off x="4567605" y="3633572"/>
            <a:ext cx="1440472" cy="829639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FC5C7D58-DD0A-5CFD-93F9-BC7F491357A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2093" b="16670"/>
          <a:stretch>
            <a:fillRect/>
          </a:stretch>
        </p:blipFill>
        <p:spPr>
          <a:xfrm>
            <a:off x="6721719" y="3444184"/>
            <a:ext cx="2170383" cy="1329104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50A99904-12EE-79A4-1377-854D85D48975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416" t="19251" r="8211" b="16127"/>
          <a:stretch>
            <a:fillRect/>
          </a:stretch>
        </p:blipFill>
        <p:spPr>
          <a:xfrm>
            <a:off x="7257750" y="1050274"/>
            <a:ext cx="1340483" cy="760997"/>
          </a:xfrm>
          <a:prstGeom prst="rect">
            <a:avLst/>
          </a:prstGeom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226898D-4EBD-B720-3281-6748FFA6A6EB}"/>
              </a:ext>
            </a:extLst>
          </p:cNvPr>
          <p:cNvSpPr txBox="1"/>
          <p:nvPr/>
        </p:nvSpPr>
        <p:spPr>
          <a:xfrm>
            <a:off x="1216008" y="876101"/>
            <a:ext cx="215956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dirty="0"/>
              <a:t>キャラクタディスプレイ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7C393D2-D512-1E72-2745-5499D083ED9A}"/>
              </a:ext>
            </a:extLst>
          </p:cNvPr>
          <p:cNvSpPr txBox="1"/>
          <p:nvPr/>
        </p:nvSpPr>
        <p:spPr>
          <a:xfrm>
            <a:off x="1126240" y="2521966"/>
            <a:ext cx="233910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dirty="0"/>
              <a:t>グラフィックディスプレイ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452A79B-FF25-3182-F0E5-C96822443145}"/>
              </a:ext>
            </a:extLst>
          </p:cNvPr>
          <p:cNvSpPr txBox="1"/>
          <p:nvPr/>
        </p:nvSpPr>
        <p:spPr>
          <a:xfrm>
            <a:off x="4442793" y="3383411"/>
            <a:ext cx="18309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400" dirty="0"/>
              <a:t>4</a:t>
            </a:r>
            <a:r>
              <a:rPr kumimoji="1" lang="ja-JP" altLang="en-US" sz="1400" dirty="0"/>
              <a:t>桁</a:t>
            </a:r>
            <a:r>
              <a:rPr kumimoji="1" lang="en-US" altLang="ja-JP" sz="1400" dirty="0"/>
              <a:t>7</a:t>
            </a:r>
            <a:r>
              <a:rPr kumimoji="1" lang="ja-JP" altLang="en-US" sz="1400" dirty="0"/>
              <a:t>セグメント</a:t>
            </a:r>
            <a:r>
              <a:rPr kumimoji="1" lang="en-US" altLang="ja-JP" sz="1400" dirty="0"/>
              <a:t>LED</a:t>
            </a:r>
            <a:endParaRPr kumimoji="1" lang="ja-JP" altLang="en-US" sz="14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843373E-E523-FEF4-2ADC-C944C2BDE1EB}"/>
              </a:ext>
            </a:extLst>
          </p:cNvPr>
          <p:cNvSpPr txBox="1"/>
          <p:nvPr/>
        </p:nvSpPr>
        <p:spPr>
          <a:xfrm>
            <a:off x="7061152" y="811726"/>
            <a:ext cx="198002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dirty="0"/>
              <a:t>アンプ内蔵スピーカー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78E653F-AAC8-DC18-A4E1-2C829905C627}"/>
              </a:ext>
            </a:extLst>
          </p:cNvPr>
          <p:cNvSpPr txBox="1"/>
          <p:nvPr/>
        </p:nvSpPr>
        <p:spPr>
          <a:xfrm>
            <a:off x="4846749" y="2263973"/>
            <a:ext cx="1426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dirty="0"/>
              <a:t>フルカラー</a:t>
            </a:r>
            <a:r>
              <a:rPr kumimoji="1" lang="en-US" altLang="ja-JP" sz="1400" dirty="0"/>
              <a:t>LED</a:t>
            </a:r>
            <a:endParaRPr kumimoji="1" lang="ja-JP" altLang="en-US" sz="14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7A1C212-198C-5140-4690-C7FD05E10E25}"/>
              </a:ext>
            </a:extLst>
          </p:cNvPr>
          <p:cNvSpPr txBox="1"/>
          <p:nvPr/>
        </p:nvSpPr>
        <p:spPr>
          <a:xfrm>
            <a:off x="4872469" y="989599"/>
            <a:ext cx="88838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en-US" altLang="ja-JP" sz="1400" dirty="0"/>
              <a:t>LED</a:t>
            </a:r>
            <a:r>
              <a:rPr kumimoji="1" lang="ja-JP" altLang="en-US" sz="1400" dirty="0"/>
              <a:t>バー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30409784-4283-1262-F725-0FA357D3AA11}"/>
              </a:ext>
            </a:extLst>
          </p:cNvPr>
          <p:cNvSpPr txBox="1"/>
          <p:nvPr/>
        </p:nvSpPr>
        <p:spPr>
          <a:xfrm>
            <a:off x="6919609" y="3243877"/>
            <a:ext cx="126188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dirty="0"/>
              <a:t>サーボモータ</a:t>
            </a:r>
          </a:p>
        </p:txBody>
      </p:sp>
    </p:spTree>
    <p:extLst>
      <p:ext uri="{BB962C8B-B14F-4D97-AF65-F5344CB8AC3E}">
        <p14:creationId xmlns:p14="http://schemas.microsoft.com/office/powerpoint/2010/main" val="36389118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BFECEF-414F-FE8E-E2F1-9611C7701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アクチュエータ端末開発の手順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BB6AFE5A-52FD-570F-B5B8-81240F4D73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400816">
            <a:off x="5516445" y="1590229"/>
            <a:ext cx="580292" cy="580292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35973E40-6F19-D9C0-3036-ECF3D54D1F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372" t="26296" r="6346" b="23794"/>
          <a:stretch>
            <a:fillRect/>
          </a:stretch>
        </p:blipFill>
        <p:spPr>
          <a:xfrm>
            <a:off x="428842" y="1537359"/>
            <a:ext cx="469992" cy="254700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A2FAB178-8D70-4739-92F0-9BCD957D45A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987" t="15727" r="4357" b="15669"/>
          <a:stretch>
            <a:fillRect/>
          </a:stretch>
        </p:blipFill>
        <p:spPr>
          <a:xfrm>
            <a:off x="428842" y="2014444"/>
            <a:ext cx="576414" cy="436199"/>
          </a:xfrm>
          <a:prstGeom prst="rect">
            <a:avLst/>
          </a:prstGeom>
        </p:spPr>
      </p:pic>
      <p:pic>
        <p:nvPicPr>
          <p:cNvPr id="6" name="図 5">
            <a:extLst>
              <a:ext uri="{FF2B5EF4-FFF2-40B4-BE49-F238E27FC236}">
                <a16:creationId xmlns:a16="http://schemas.microsoft.com/office/drawing/2014/main" id="{8F931095-1ADC-9E4B-332C-85829CA8168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3151" t="68376" r="37814" b="7692"/>
          <a:stretch>
            <a:fillRect/>
          </a:stretch>
        </p:blipFill>
        <p:spPr>
          <a:xfrm>
            <a:off x="1216663" y="1607794"/>
            <a:ext cx="602173" cy="33454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26AB1FAC-9B8C-2E62-A645-5773B28E96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0341" t="20759" r="13505" b="20759"/>
          <a:stretch>
            <a:fillRect/>
          </a:stretch>
        </p:blipFill>
        <p:spPr>
          <a:xfrm>
            <a:off x="1264649" y="2086770"/>
            <a:ext cx="506200" cy="291546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20139CFB-862B-A4D9-9565-B51E32C8D8A3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t="22093" b="16670"/>
          <a:stretch>
            <a:fillRect/>
          </a:stretch>
        </p:blipFill>
        <p:spPr>
          <a:xfrm>
            <a:off x="1919938" y="2026558"/>
            <a:ext cx="744022" cy="455626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AA962496-AA9D-187E-4F3B-A3795DB6D5E1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6416" t="19251" r="8211" b="16127"/>
          <a:stretch>
            <a:fillRect/>
          </a:stretch>
        </p:blipFill>
        <p:spPr>
          <a:xfrm>
            <a:off x="2099208" y="1635670"/>
            <a:ext cx="499025" cy="283298"/>
          </a:xfrm>
          <a:prstGeom prst="rect">
            <a:avLst/>
          </a:prstGeom>
        </p:spPr>
      </p:pic>
      <p:pic>
        <p:nvPicPr>
          <p:cNvPr id="12" name="図 11">
            <a:extLst>
              <a:ext uri="{FF2B5EF4-FFF2-40B4-BE49-F238E27FC236}">
                <a16:creationId xmlns:a16="http://schemas.microsoft.com/office/drawing/2014/main" id="{E5C6A165-1E40-C9C9-0782-DC96A76CD74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flipH="1">
            <a:off x="7402623" y="1022355"/>
            <a:ext cx="1261061" cy="1170878"/>
          </a:xfrm>
          <a:prstGeom prst="rect">
            <a:avLst/>
          </a:prstGeom>
        </p:spPr>
      </p:pic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F492F3C3-F6CF-95A5-626C-9816F3087E30}"/>
              </a:ext>
            </a:extLst>
          </p:cNvPr>
          <p:cNvSpPr/>
          <p:nvPr/>
        </p:nvSpPr>
        <p:spPr>
          <a:xfrm>
            <a:off x="44605" y="1287727"/>
            <a:ext cx="2904893" cy="1477537"/>
          </a:xfrm>
          <a:prstGeom prst="roundRect">
            <a:avLst/>
          </a:prstGeom>
          <a:noFill/>
          <a:ln>
            <a:solidFill>
              <a:schemeClr val="accent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C05413F-6D01-562C-CD67-EC8091265B6A}"/>
              </a:ext>
            </a:extLst>
          </p:cNvPr>
          <p:cNvSpPr txBox="1"/>
          <p:nvPr/>
        </p:nvSpPr>
        <p:spPr>
          <a:xfrm>
            <a:off x="361723" y="982495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dirty="0"/>
              <a:t>①アクチュエータ選択</a:t>
            </a:r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45594A59-8503-847C-088D-86FABEE6AA00}"/>
              </a:ext>
            </a:extLst>
          </p:cNvPr>
          <p:cNvCxnSpPr>
            <a:stCxn id="13" idx="3"/>
            <a:endCxn id="3" idx="3"/>
          </p:cNvCxnSpPr>
          <p:nvPr/>
        </p:nvCxnSpPr>
        <p:spPr>
          <a:xfrm flipV="1">
            <a:off x="2949498" y="1995233"/>
            <a:ext cx="2590649" cy="0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C4A2367-FFDC-2D75-9EF5-77E8928FF5AD}"/>
              </a:ext>
            </a:extLst>
          </p:cNvPr>
          <p:cNvSpPr txBox="1"/>
          <p:nvPr/>
        </p:nvSpPr>
        <p:spPr>
          <a:xfrm>
            <a:off x="3098423" y="1675890"/>
            <a:ext cx="223651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dirty="0"/>
              <a:t>②アクチュエータ接続</a:t>
            </a:r>
          </a:p>
        </p:txBody>
      </p:sp>
      <p:sp>
        <p:nvSpPr>
          <p:cNvPr id="20" name="矢印: 右 19">
            <a:extLst>
              <a:ext uri="{FF2B5EF4-FFF2-40B4-BE49-F238E27FC236}">
                <a16:creationId xmlns:a16="http://schemas.microsoft.com/office/drawing/2014/main" id="{80BBEF47-1761-66D6-B1B6-0763AF7A661E}"/>
              </a:ext>
            </a:extLst>
          </p:cNvPr>
          <p:cNvSpPr/>
          <p:nvPr/>
        </p:nvSpPr>
        <p:spPr>
          <a:xfrm flipH="1">
            <a:off x="6161074" y="1657163"/>
            <a:ext cx="1187605" cy="369332"/>
          </a:xfrm>
          <a:prstGeom prst="rightArrow">
            <a:avLst/>
          </a:prstGeom>
          <a:solidFill>
            <a:srgbClr val="FFFFCC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 err="1">
              <a:solidFill>
                <a:schemeClr val="tx1"/>
              </a:solidFill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97B24C3-677D-8DC8-9BB7-6736CD34F2D6}"/>
              </a:ext>
            </a:extLst>
          </p:cNvPr>
          <p:cNvSpPr txBox="1"/>
          <p:nvPr/>
        </p:nvSpPr>
        <p:spPr>
          <a:xfrm>
            <a:off x="6161074" y="2127477"/>
            <a:ext cx="20313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600" dirty="0"/>
              <a:t>③ソフトウェア開発</a:t>
            </a:r>
            <a:endParaRPr kumimoji="1" lang="en-US" altLang="ja-JP" sz="1600" dirty="0"/>
          </a:p>
          <a:p>
            <a:pPr algn="l"/>
            <a:r>
              <a:rPr kumimoji="1" lang="en-US" altLang="ja-JP" sz="1600" dirty="0"/>
              <a:t>     &amp;</a:t>
            </a:r>
            <a:r>
              <a:rPr kumimoji="1" lang="ja-JP" altLang="en-US" sz="1600" dirty="0"/>
              <a:t>インストール</a:t>
            </a:r>
          </a:p>
        </p:txBody>
      </p:sp>
      <p:sp>
        <p:nvSpPr>
          <p:cNvPr id="22" name="吹き出し: 角を丸めた四角形 21">
            <a:extLst>
              <a:ext uri="{FF2B5EF4-FFF2-40B4-BE49-F238E27FC236}">
                <a16:creationId xmlns:a16="http://schemas.microsoft.com/office/drawing/2014/main" id="{CCC76818-2190-8FF5-9E98-6F12223B379C}"/>
              </a:ext>
            </a:extLst>
          </p:cNvPr>
          <p:cNvSpPr/>
          <p:nvPr/>
        </p:nvSpPr>
        <p:spPr>
          <a:xfrm>
            <a:off x="5425289" y="3073150"/>
            <a:ext cx="3328639" cy="827746"/>
          </a:xfrm>
          <a:prstGeom prst="wedgeRoundRectCallout">
            <a:avLst>
              <a:gd name="adj1" fmla="val 2396"/>
              <a:gd name="adj2" fmla="val -97304"/>
              <a:gd name="adj3" fmla="val 16667"/>
            </a:avLst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ja-JP" altLang="en-US" dirty="0">
                <a:solidFill>
                  <a:srgbClr val="FF0000"/>
                </a:solidFill>
              </a:rPr>
              <a:t>問題 </a:t>
            </a:r>
            <a:r>
              <a:rPr kumimoji="1" lang="en-US" altLang="ja-JP" dirty="0">
                <a:solidFill>
                  <a:srgbClr val="FF0000"/>
                </a:solidFill>
              </a:rPr>
              <a:t>: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sz="1400" dirty="0">
                <a:solidFill>
                  <a:srgbClr val="FF0000"/>
                </a:solidFill>
              </a:rPr>
              <a:t>時間がかかる</a:t>
            </a:r>
            <a:endParaRPr kumimoji="1" lang="en-US" altLang="ja-JP" sz="1400" dirty="0">
              <a:solidFill>
                <a:srgbClr val="FF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kumimoji="1" lang="ja-JP" altLang="en-US" sz="1400" dirty="0">
                <a:solidFill>
                  <a:srgbClr val="FF0000"/>
                </a:solidFill>
              </a:rPr>
              <a:t>いろいろな分野の知識が必要</a:t>
            </a:r>
          </a:p>
        </p:txBody>
      </p:sp>
    </p:spTree>
    <p:extLst>
      <p:ext uri="{BB962C8B-B14F-4D97-AF65-F5344CB8AC3E}">
        <p14:creationId xmlns:p14="http://schemas.microsoft.com/office/powerpoint/2010/main" val="3400249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FCD845-2109-93E0-9239-4F41537E5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アクチュエータ端末開発の容易化</a:t>
            </a:r>
          </a:p>
        </p:txBody>
      </p:sp>
      <p:sp>
        <p:nvSpPr>
          <p:cNvPr id="14" name="コンテンツ プレースホルダー 13">
            <a:extLst>
              <a:ext uri="{FF2B5EF4-FFF2-40B4-BE49-F238E27FC236}">
                <a16:creationId xmlns:a16="http://schemas.microsoft.com/office/drawing/2014/main" id="{5933B9CF-6224-7FDE-FC14-D7B870CEBD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高度な知識を不要とする，ソフトウェア自動生成の仕組みを開発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0A85B866-128A-8972-3496-11DE9F367381}"/>
              </a:ext>
            </a:extLst>
          </p:cNvPr>
          <p:cNvSpPr/>
          <p:nvPr/>
        </p:nvSpPr>
        <p:spPr>
          <a:xfrm>
            <a:off x="3852145" y="3028887"/>
            <a:ext cx="2425921" cy="4460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ソフトウェア生成システム</a:t>
            </a:r>
          </a:p>
        </p:txBody>
      </p:sp>
      <p:cxnSp>
        <p:nvCxnSpPr>
          <p:cNvPr id="5" name="直線矢印コネクタ 4">
            <a:extLst>
              <a:ext uri="{FF2B5EF4-FFF2-40B4-BE49-F238E27FC236}">
                <a16:creationId xmlns:a16="http://schemas.microsoft.com/office/drawing/2014/main" id="{8F35710E-E53A-AA16-0336-ACCB1CB40C94}"/>
              </a:ext>
            </a:extLst>
          </p:cNvPr>
          <p:cNvCxnSpPr>
            <a:cxnSpLocks/>
          </p:cNvCxnSpPr>
          <p:nvPr/>
        </p:nvCxnSpPr>
        <p:spPr>
          <a:xfrm>
            <a:off x="150471" y="3251911"/>
            <a:ext cx="3701674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959EF51-9CB8-B33E-CD7D-765606F7292C}"/>
              </a:ext>
            </a:extLst>
          </p:cNvPr>
          <p:cNvSpPr txBox="1"/>
          <p:nvPr/>
        </p:nvSpPr>
        <p:spPr>
          <a:xfrm>
            <a:off x="221023" y="2786950"/>
            <a:ext cx="3631122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b="1" dirty="0"/>
              <a:t>入力</a:t>
            </a:r>
            <a:r>
              <a:rPr kumimoji="1" lang="en-US" altLang="ja-JP" sz="1400" b="1" dirty="0"/>
              <a:t>:</a:t>
            </a:r>
          </a:p>
          <a:p>
            <a:pPr algn="l"/>
            <a:r>
              <a:rPr kumimoji="1" lang="ja-JP" altLang="en-US" sz="1200" dirty="0"/>
              <a:t>マイコンの機種</a:t>
            </a:r>
            <a:r>
              <a:rPr kumimoji="1" lang="en-US" altLang="ja-JP" sz="1200" dirty="0"/>
              <a:t>, </a:t>
            </a:r>
            <a:r>
              <a:rPr kumimoji="1" lang="ja-JP" altLang="en-US" sz="1200" dirty="0"/>
              <a:t>アクチュエータの型番</a:t>
            </a:r>
            <a:r>
              <a:rPr kumimoji="1" lang="en-US" altLang="ja-JP" sz="1200" dirty="0"/>
              <a:t>, </a:t>
            </a:r>
            <a:r>
              <a:rPr kumimoji="1" lang="ja-JP" altLang="en-US" sz="1200" dirty="0"/>
              <a:t>配線情報</a:t>
            </a:r>
          </a:p>
        </p:txBody>
      </p: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BDCC1369-E57B-866F-6351-0334B16A1096}"/>
              </a:ext>
            </a:extLst>
          </p:cNvPr>
          <p:cNvCxnSpPr>
            <a:cxnSpLocks/>
          </p:cNvCxnSpPr>
          <p:nvPr/>
        </p:nvCxnSpPr>
        <p:spPr>
          <a:xfrm>
            <a:off x="6278066" y="3251911"/>
            <a:ext cx="2648590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E13D543-2CD9-6865-7F99-905A96906C53}"/>
              </a:ext>
            </a:extLst>
          </p:cNvPr>
          <p:cNvSpPr txBox="1"/>
          <p:nvPr/>
        </p:nvSpPr>
        <p:spPr>
          <a:xfrm>
            <a:off x="6278066" y="2759468"/>
            <a:ext cx="249299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b="1" dirty="0"/>
              <a:t>出力</a:t>
            </a:r>
            <a:r>
              <a:rPr kumimoji="1" lang="en-US" altLang="ja-JP" sz="1400" b="1" dirty="0"/>
              <a:t>:</a:t>
            </a:r>
          </a:p>
          <a:p>
            <a:pPr algn="l"/>
            <a:r>
              <a:rPr kumimoji="1" lang="ja-JP" altLang="en-US" sz="1200" dirty="0"/>
              <a:t>アクチュエータ端末ソフトウェア</a:t>
            </a:r>
          </a:p>
        </p:txBody>
      </p:sp>
      <p:sp>
        <p:nvSpPr>
          <p:cNvPr id="4" name="吹き出し: 角を丸めた四角形 3">
            <a:extLst>
              <a:ext uri="{FF2B5EF4-FFF2-40B4-BE49-F238E27FC236}">
                <a16:creationId xmlns:a16="http://schemas.microsoft.com/office/drawing/2014/main" id="{368C526C-D199-A775-41F6-4D6D5FE64F84}"/>
              </a:ext>
            </a:extLst>
          </p:cNvPr>
          <p:cNvSpPr/>
          <p:nvPr/>
        </p:nvSpPr>
        <p:spPr>
          <a:xfrm>
            <a:off x="2807800" y="2186606"/>
            <a:ext cx="1892439" cy="675088"/>
          </a:xfrm>
          <a:prstGeom prst="wedgeRoundRectCallout">
            <a:avLst/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接続先</a:t>
            </a:r>
            <a:r>
              <a:rPr kumimoji="1" lang="en-US" altLang="ja-JP" sz="1400" dirty="0">
                <a:solidFill>
                  <a:schemeClr val="tx1"/>
                </a:solidFill>
              </a:rPr>
              <a:t>Arduino</a:t>
            </a:r>
            <a:r>
              <a:rPr kumimoji="1" lang="ja-JP" altLang="en-US" sz="1400" dirty="0">
                <a:solidFill>
                  <a:schemeClr val="tx1"/>
                </a:solidFill>
              </a:rPr>
              <a:t>の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端子番号</a:t>
            </a:r>
          </a:p>
        </p:txBody>
      </p:sp>
    </p:spTree>
    <p:extLst>
      <p:ext uri="{BB962C8B-B14F-4D97-AF65-F5344CB8AC3E}">
        <p14:creationId xmlns:p14="http://schemas.microsoft.com/office/powerpoint/2010/main" val="19364330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47B3EA-9B2A-986A-6A69-368D0C140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システム詳細 </a:t>
            </a:r>
            <a:r>
              <a:rPr kumimoji="1" lang="en-US" altLang="ja-JP" dirty="0"/>
              <a:t>: 4</a:t>
            </a:r>
            <a:r>
              <a:rPr kumimoji="1" lang="ja-JP" altLang="en-US" dirty="0"/>
              <a:t>つのアプリの組み合わせ</a:t>
            </a: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62A255EC-0F3A-C682-0FCC-846DB7E5E9E5}"/>
              </a:ext>
            </a:extLst>
          </p:cNvPr>
          <p:cNvSpPr/>
          <p:nvPr/>
        </p:nvSpPr>
        <p:spPr>
          <a:xfrm>
            <a:off x="3842577" y="1193178"/>
            <a:ext cx="2681868" cy="4460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アクチュエータ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選択補助アプリ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DE87778-CE2C-1088-1413-3F0984BC251C}"/>
              </a:ext>
            </a:extLst>
          </p:cNvPr>
          <p:cNvSpPr txBox="1"/>
          <p:nvPr/>
        </p:nvSpPr>
        <p:spPr>
          <a:xfrm>
            <a:off x="162498" y="1018547"/>
            <a:ext cx="34916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b="1" dirty="0"/>
              <a:t>入力</a:t>
            </a:r>
            <a:r>
              <a:rPr kumimoji="1" lang="en-US" altLang="ja-JP" sz="1400" b="1" dirty="0"/>
              <a:t>:</a:t>
            </a:r>
          </a:p>
          <a:p>
            <a:pPr algn="l"/>
            <a:r>
              <a:rPr kumimoji="1" lang="ja-JP" altLang="en-US" sz="1200" dirty="0"/>
              <a:t>マイコンの機種</a:t>
            </a:r>
            <a:r>
              <a:rPr kumimoji="1" lang="en-US" altLang="ja-JP" sz="1200" dirty="0"/>
              <a:t>, </a:t>
            </a:r>
            <a:r>
              <a:rPr kumimoji="1" lang="ja-JP" altLang="en-US" sz="1200" dirty="0"/>
              <a:t>アクチュエータの種類</a:t>
            </a:r>
            <a:r>
              <a:rPr kumimoji="1" lang="en-US" altLang="ja-JP" sz="1200" dirty="0"/>
              <a:t>(LED</a:t>
            </a:r>
            <a:r>
              <a:rPr kumimoji="1" lang="ja-JP" altLang="en-US" sz="1200" dirty="0"/>
              <a:t>等</a:t>
            </a:r>
            <a:r>
              <a:rPr kumimoji="1" lang="en-US" altLang="ja-JP" sz="1200" dirty="0"/>
              <a:t>)</a:t>
            </a:r>
            <a:endParaRPr kumimoji="1" lang="ja-JP" altLang="en-US" sz="1200" dirty="0"/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AC3268F7-F24D-A60B-3187-FBE03BBA9D68}"/>
              </a:ext>
            </a:extLst>
          </p:cNvPr>
          <p:cNvCxnSpPr/>
          <p:nvPr/>
        </p:nvCxnSpPr>
        <p:spPr>
          <a:xfrm>
            <a:off x="441454" y="1510990"/>
            <a:ext cx="3311912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5CFB1940-8A8E-F037-261C-BCC8EEDDA4C7}"/>
              </a:ext>
            </a:extLst>
          </p:cNvPr>
          <p:cNvCxnSpPr>
            <a:cxnSpLocks/>
          </p:cNvCxnSpPr>
          <p:nvPr/>
        </p:nvCxnSpPr>
        <p:spPr>
          <a:xfrm>
            <a:off x="6524445" y="1510990"/>
            <a:ext cx="2135458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234E110-4DAF-22CA-B706-2C9E7DBF4491}"/>
              </a:ext>
            </a:extLst>
          </p:cNvPr>
          <p:cNvSpPr txBox="1"/>
          <p:nvPr/>
        </p:nvSpPr>
        <p:spPr>
          <a:xfrm>
            <a:off x="6613656" y="1072513"/>
            <a:ext cx="172354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b="1" dirty="0"/>
              <a:t>出力</a:t>
            </a:r>
            <a:r>
              <a:rPr kumimoji="1" lang="en-US" altLang="ja-JP" sz="1400" b="1" dirty="0"/>
              <a:t>:</a:t>
            </a:r>
          </a:p>
          <a:p>
            <a:pPr algn="l"/>
            <a:r>
              <a:rPr kumimoji="1" lang="ja-JP" altLang="en-US" sz="1200" dirty="0"/>
              <a:t>アクチュエータの型番</a:t>
            </a: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9A777D8-5D41-A639-FE14-AFDE48B8EC8A}"/>
              </a:ext>
            </a:extLst>
          </p:cNvPr>
          <p:cNvSpPr/>
          <p:nvPr/>
        </p:nvSpPr>
        <p:spPr>
          <a:xfrm>
            <a:off x="4500498" y="2064369"/>
            <a:ext cx="1514706" cy="4460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仕様定義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アプリ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D22CC02D-EDA4-8B5C-6388-C85AF88D7A04}"/>
              </a:ext>
            </a:extLst>
          </p:cNvPr>
          <p:cNvSpPr txBox="1"/>
          <p:nvPr/>
        </p:nvSpPr>
        <p:spPr>
          <a:xfrm>
            <a:off x="1294522" y="1895776"/>
            <a:ext cx="275428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b="1" dirty="0"/>
              <a:t>入力</a:t>
            </a:r>
            <a:r>
              <a:rPr kumimoji="1" lang="en-US" altLang="ja-JP" sz="1400" b="1" dirty="0"/>
              <a:t>:</a:t>
            </a:r>
          </a:p>
          <a:p>
            <a:pPr algn="l"/>
            <a:r>
              <a:rPr kumimoji="1" lang="ja-JP" altLang="en-US" sz="1200" dirty="0"/>
              <a:t>アクチュエータ型番</a:t>
            </a:r>
            <a:r>
              <a:rPr kumimoji="1" lang="en-US" altLang="ja-JP" sz="1200" dirty="0"/>
              <a:t>, </a:t>
            </a:r>
            <a:r>
              <a:rPr kumimoji="1" lang="ja-JP" altLang="en-US" sz="1200" dirty="0"/>
              <a:t>接続端子番号等</a:t>
            </a:r>
          </a:p>
        </p:txBody>
      </p:sp>
      <p:cxnSp>
        <p:nvCxnSpPr>
          <p:cNvPr id="13" name="直線矢印コネクタ 12">
            <a:extLst>
              <a:ext uri="{FF2B5EF4-FFF2-40B4-BE49-F238E27FC236}">
                <a16:creationId xmlns:a16="http://schemas.microsoft.com/office/drawing/2014/main" id="{541C7254-7D66-070B-B29E-FD1809B0D47B}"/>
              </a:ext>
            </a:extLst>
          </p:cNvPr>
          <p:cNvCxnSpPr/>
          <p:nvPr/>
        </p:nvCxnSpPr>
        <p:spPr>
          <a:xfrm>
            <a:off x="1160883" y="2392989"/>
            <a:ext cx="3311912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C95DDE5F-EFB4-7A9B-D225-166481B8986B}"/>
              </a:ext>
            </a:extLst>
          </p:cNvPr>
          <p:cNvCxnSpPr>
            <a:cxnSpLocks/>
          </p:cNvCxnSpPr>
          <p:nvPr/>
        </p:nvCxnSpPr>
        <p:spPr>
          <a:xfrm>
            <a:off x="6015204" y="2388219"/>
            <a:ext cx="2135458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2443298-E2BD-30D2-229E-3959E17C4812}"/>
              </a:ext>
            </a:extLst>
          </p:cNvPr>
          <p:cNvSpPr txBox="1"/>
          <p:nvPr/>
        </p:nvSpPr>
        <p:spPr>
          <a:xfrm>
            <a:off x="6102559" y="1949468"/>
            <a:ext cx="110799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b="1" dirty="0"/>
              <a:t>出力</a:t>
            </a:r>
            <a:r>
              <a:rPr kumimoji="1" lang="en-US" altLang="ja-JP" sz="1400" b="1" dirty="0"/>
              <a:t>:</a:t>
            </a:r>
          </a:p>
          <a:p>
            <a:pPr algn="l"/>
            <a:r>
              <a:rPr kumimoji="1" lang="ja-JP" altLang="en-US" sz="1200" dirty="0"/>
              <a:t>仕様ファイル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CD3E754-A15E-9E1D-D33C-2976A92147F8}"/>
              </a:ext>
            </a:extLst>
          </p:cNvPr>
          <p:cNvSpPr/>
          <p:nvPr/>
        </p:nvSpPr>
        <p:spPr>
          <a:xfrm>
            <a:off x="3576804" y="2949169"/>
            <a:ext cx="2300869" cy="4460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仕様チェックアプリ</a:t>
            </a:r>
          </a:p>
        </p:txBody>
      </p:sp>
      <p:cxnSp>
        <p:nvCxnSpPr>
          <p:cNvPr id="17" name="直線矢印コネクタ 16">
            <a:extLst>
              <a:ext uri="{FF2B5EF4-FFF2-40B4-BE49-F238E27FC236}">
                <a16:creationId xmlns:a16="http://schemas.microsoft.com/office/drawing/2014/main" id="{062C9B82-E682-03BA-D97A-35027D04D5A9}"/>
              </a:ext>
            </a:extLst>
          </p:cNvPr>
          <p:cNvCxnSpPr/>
          <p:nvPr/>
        </p:nvCxnSpPr>
        <p:spPr>
          <a:xfrm>
            <a:off x="264892" y="3233647"/>
            <a:ext cx="3311912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FA810C2-232E-79E4-6A70-5D05139118FF}"/>
              </a:ext>
            </a:extLst>
          </p:cNvPr>
          <p:cNvSpPr txBox="1"/>
          <p:nvPr/>
        </p:nvSpPr>
        <p:spPr>
          <a:xfrm>
            <a:off x="897615" y="2747713"/>
            <a:ext cx="229261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b="1" dirty="0"/>
              <a:t>入力</a:t>
            </a:r>
            <a:r>
              <a:rPr kumimoji="1" lang="en-US" altLang="ja-JP" sz="1400" b="1" dirty="0"/>
              <a:t>:</a:t>
            </a:r>
          </a:p>
          <a:p>
            <a:pPr algn="l"/>
            <a:r>
              <a:rPr kumimoji="1" lang="ja-JP" altLang="en-US" sz="1200" dirty="0"/>
              <a:t>仕様ファイル</a:t>
            </a:r>
            <a:r>
              <a:rPr kumimoji="1" lang="en-US" altLang="ja-JP" sz="1200" dirty="0"/>
              <a:t>, </a:t>
            </a:r>
            <a:r>
              <a:rPr kumimoji="1" lang="ja-JP" altLang="en-US" sz="1200" dirty="0"/>
              <a:t>マイコン機種名</a:t>
            </a:r>
          </a:p>
        </p:txBody>
      </p:sp>
      <p:cxnSp>
        <p:nvCxnSpPr>
          <p:cNvPr id="20" name="直線矢印コネクタ 19">
            <a:extLst>
              <a:ext uri="{FF2B5EF4-FFF2-40B4-BE49-F238E27FC236}">
                <a16:creationId xmlns:a16="http://schemas.microsoft.com/office/drawing/2014/main" id="{EA19DC59-24CE-9B19-253D-FD5D546DC747}"/>
              </a:ext>
            </a:extLst>
          </p:cNvPr>
          <p:cNvCxnSpPr>
            <a:cxnSpLocks/>
          </p:cNvCxnSpPr>
          <p:nvPr/>
        </p:nvCxnSpPr>
        <p:spPr>
          <a:xfrm>
            <a:off x="5877673" y="3240156"/>
            <a:ext cx="2960825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8DB73316-9AF8-7705-CADA-3B7D20C4B738}"/>
              </a:ext>
            </a:extLst>
          </p:cNvPr>
          <p:cNvSpPr txBox="1"/>
          <p:nvPr/>
        </p:nvSpPr>
        <p:spPr>
          <a:xfrm>
            <a:off x="5877673" y="2766967"/>
            <a:ext cx="2092239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b="1" dirty="0"/>
              <a:t>出力</a:t>
            </a:r>
            <a:r>
              <a:rPr kumimoji="1" lang="en-US" altLang="ja-JP" sz="1400" b="1" dirty="0"/>
              <a:t>: </a:t>
            </a:r>
            <a:r>
              <a:rPr kumimoji="1" lang="ja-JP" altLang="en-US" sz="1400" dirty="0"/>
              <a:t>チェック結果</a:t>
            </a:r>
            <a:endParaRPr kumimoji="1" lang="en-US" altLang="ja-JP" sz="1400" dirty="0"/>
          </a:p>
          <a:p>
            <a:pPr algn="l"/>
            <a:r>
              <a:rPr kumimoji="1" lang="ja-JP" altLang="en-US" sz="1200" dirty="0"/>
              <a:t>動作電圧</a:t>
            </a:r>
            <a:r>
              <a:rPr kumimoji="1" lang="en-US" altLang="ja-JP" sz="1200" dirty="0"/>
              <a:t>, </a:t>
            </a:r>
            <a:r>
              <a:rPr kumimoji="1" lang="ja-JP" altLang="en-US" sz="1200" dirty="0"/>
              <a:t>互換性</a:t>
            </a:r>
            <a:r>
              <a:rPr kumimoji="1" lang="en-US" altLang="ja-JP" sz="1200" dirty="0"/>
              <a:t>, </a:t>
            </a:r>
            <a:r>
              <a:rPr kumimoji="1" lang="ja-JP" altLang="en-US" sz="1200" dirty="0"/>
              <a:t>接続端子</a:t>
            </a:r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A3CB9D6A-2189-05F4-1DAF-A789A839E4BA}"/>
              </a:ext>
            </a:extLst>
          </p:cNvPr>
          <p:cNvSpPr/>
          <p:nvPr/>
        </p:nvSpPr>
        <p:spPr>
          <a:xfrm>
            <a:off x="3208814" y="3908436"/>
            <a:ext cx="2300869" cy="4460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端末プログラム</a:t>
            </a:r>
            <a:endParaRPr kumimoji="1" lang="en-US" altLang="ja-JP" sz="1400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sz="1400" dirty="0">
                <a:solidFill>
                  <a:schemeClr val="tx1"/>
                </a:solidFill>
              </a:rPr>
              <a:t>生成アプリ</a:t>
            </a:r>
            <a:endParaRPr kumimoji="1" lang="en-US" altLang="ja-JP" sz="1400" dirty="0">
              <a:solidFill>
                <a:schemeClr val="tx1"/>
              </a:solidFill>
            </a:endParaRPr>
          </a:p>
        </p:txBody>
      </p:sp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E1BFF550-BDE6-5EE4-C5B1-7D314DBFCD19}"/>
              </a:ext>
            </a:extLst>
          </p:cNvPr>
          <p:cNvCxnSpPr>
            <a:cxnSpLocks/>
          </p:cNvCxnSpPr>
          <p:nvPr/>
        </p:nvCxnSpPr>
        <p:spPr>
          <a:xfrm>
            <a:off x="1073356" y="4182961"/>
            <a:ext cx="2135458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C1BFA329-E6BF-D6F5-B0B9-5839A6EA3C0E}"/>
              </a:ext>
            </a:extLst>
          </p:cNvPr>
          <p:cNvSpPr txBox="1"/>
          <p:nvPr/>
        </p:nvSpPr>
        <p:spPr>
          <a:xfrm>
            <a:off x="1656941" y="3726090"/>
            <a:ext cx="110799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b="1" dirty="0"/>
              <a:t>入力</a:t>
            </a:r>
            <a:r>
              <a:rPr kumimoji="1" lang="en-US" altLang="ja-JP" sz="1400" b="1" dirty="0"/>
              <a:t>:</a:t>
            </a:r>
          </a:p>
          <a:p>
            <a:pPr algn="l"/>
            <a:r>
              <a:rPr kumimoji="1" lang="ja-JP" altLang="en-US" sz="1200" dirty="0"/>
              <a:t>仕様ファイル</a:t>
            </a:r>
          </a:p>
        </p:txBody>
      </p:sp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2911BE9F-532C-B47A-486A-8733CA0DBAE8}"/>
              </a:ext>
            </a:extLst>
          </p:cNvPr>
          <p:cNvCxnSpPr>
            <a:cxnSpLocks/>
          </p:cNvCxnSpPr>
          <p:nvPr/>
        </p:nvCxnSpPr>
        <p:spPr>
          <a:xfrm flipV="1">
            <a:off x="5509683" y="4182961"/>
            <a:ext cx="3093483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F13A6F3A-5AF3-AFD7-F97A-4F7D5C8877AB}"/>
              </a:ext>
            </a:extLst>
          </p:cNvPr>
          <p:cNvSpPr txBox="1"/>
          <p:nvPr/>
        </p:nvSpPr>
        <p:spPr>
          <a:xfrm>
            <a:off x="5734569" y="3739107"/>
            <a:ext cx="2492990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kumimoji="1" lang="ja-JP" altLang="en-US" sz="1400" b="1" dirty="0"/>
              <a:t>出力</a:t>
            </a:r>
            <a:r>
              <a:rPr kumimoji="1" lang="en-US" altLang="ja-JP" sz="1400" b="1" dirty="0"/>
              <a:t>:</a:t>
            </a:r>
          </a:p>
          <a:p>
            <a:pPr algn="l"/>
            <a:r>
              <a:rPr kumimoji="1" lang="ja-JP" altLang="en-US" sz="1200" dirty="0"/>
              <a:t>アクチュエータ端末ソフトウェア</a:t>
            </a:r>
          </a:p>
        </p:txBody>
      </p:sp>
    </p:spTree>
    <p:extLst>
      <p:ext uri="{BB962C8B-B14F-4D97-AF65-F5344CB8AC3E}">
        <p14:creationId xmlns:p14="http://schemas.microsoft.com/office/powerpoint/2010/main" val="3198118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3AFF82-BDCD-37CD-F323-589005131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測定対象の作業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BB1121F-4C97-AE04-7669-F56F7A390A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ea"/>
              <a:buAutoNum type="circleNumDbPlain"/>
            </a:pPr>
            <a:r>
              <a:rPr kumimoji="1" lang="ja-JP" altLang="en-US" dirty="0"/>
              <a:t>アクチュエータの選択</a:t>
            </a:r>
            <a:endParaRPr kumimoji="1" lang="en-US" altLang="ja-JP" dirty="0"/>
          </a:p>
          <a:p>
            <a:pPr marL="457200" indent="-457200">
              <a:buFont typeface="+mj-ea"/>
              <a:buAutoNum type="circleNumDbPlain"/>
            </a:pPr>
            <a:r>
              <a:rPr lang="ja-JP" altLang="en-US" dirty="0"/>
              <a:t>開始</a:t>
            </a:r>
            <a:r>
              <a:rPr kumimoji="1" lang="ja-JP" altLang="en-US" dirty="0"/>
              <a:t>時刻記録</a:t>
            </a:r>
            <a:endParaRPr kumimoji="1" lang="en-US" altLang="ja-JP" dirty="0"/>
          </a:p>
          <a:p>
            <a:pPr marL="457200" indent="-457200">
              <a:buFont typeface="+mj-ea"/>
              <a:buAutoNum type="circleNumDbPlain"/>
            </a:pPr>
            <a:r>
              <a:rPr lang="ja-JP" altLang="en-US" dirty="0"/>
              <a:t>配線</a:t>
            </a:r>
            <a:endParaRPr lang="en-US" altLang="ja-JP" dirty="0"/>
          </a:p>
          <a:p>
            <a:pPr marL="457200" indent="-457200">
              <a:buFont typeface="+mj-ea"/>
              <a:buAutoNum type="circleNumDbPlain"/>
            </a:pPr>
            <a:r>
              <a:rPr kumimoji="1" lang="ja-JP" altLang="en-US" dirty="0"/>
              <a:t>ソフトウェアの生成</a:t>
            </a:r>
            <a:r>
              <a:rPr lang="en-US" altLang="ja-JP" dirty="0"/>
              <a:t>&amp;</a:t>
            </a:r>
            <a:r>
              <a:rPr lang="ja-JP" altLang="en-US" dirty="0"/>
              <a:t>インストール</a:t>
            </a:r>
            <a:endParaRPr lang="en-US" altLang="ja-JP" dirty="0"/>
          </a:p>
          <a:p>
            <a:pPr marL="457200" indent="-457200">
              <a:buFont typeface="+mj-ea"/>
              <a:buAutoNum type="circleNumDbPlain"/>
            </a:pPr>
            <a:r>
              <a:rPr kumimoji="1" lang="ja-JP" altLang="en-US" dirty="0"/>
              <a:t>アクチュエータ端末の</a:t>
            </a:r>
            <a:r>
              <a:rPr kumimoji="1" lang="en-US" altLang="ja-JP" dirty="0"/>
              <a:t>IoT</a:t>
            </a:r>
            <a:r>
              <a:rPr kumimoji="1" lang="ja-JP" altLang="en-US" dirty="0"/>
              <a:t>ネットワークへの接続</a:t>
            </a:r>
            <a:endParaRPr kumimoji="1" lang="en-US" altLang="ja-JP" dirty="0"/>
          </a:p>
          <a:p>
            <a:pPr marL="457200" indent="-457200">
              <a:buFont typeface="+mj-ea"/>
              <a:buAutoNum type="circleNumDbPlain"/>
            </a:pPr>
            <a:r>
              <a:rPr kumimoji="1" lang="ja-JP" altLang="en-US" dirty="0"/>
              <a:t>各自の</a:t>
            </a:r>
            <a:r>
              <a:rPr kumimoji="1" lang="en-US" altLang="ja-JP" dirty="0"/>
              <a:t>PC</a:t>
            </a:r>
            <a:r>
              <a:rPr kumimoji="1" lang="ja-JP" altLang="en-US" dirty="0"/>
              <a:t>から，アクチュエータ端末に制御メッセージ送信</a:t>
            </a:r>
            <a:endParaRPr kumimoji="1" lang="en-US" altLang="ja-JP" dirty="0"/>
          </a:p>
          <a:p>
            <a:pPr marL="755550" lvl="1" indent="-457200">
              <a:buFont typeface="Wingdings" panose="05000000000000000000" pitchFamily="2" charset="2"/>
              <a:buChar char="l"/>
            </a:pPr>
            <a:r>
              <a:rPr lang="ja-JP" altLang="en-US" dirty="0"/>
              <a:t>メッセージ送信用ソフトウェアは別途配布</a:t>
            </a:r>
            <a:endParaRPr lang="en-US" altLang="ja-JP" dirty="0"/>
          </a:p>
          <a:p>
            <a:pPr marL="457200" indent="-457200">
              <a:buFont typeface="+mj-ea"/>
              <a:buAutoNum type="circleNumDbPlain"/>
            </a:pPr>
            <a:r>
              <a:rPr lang="ja-JP" altLang="en-US" dirty="0"/>
              <a:t>正常に動作したら，終了時刻記録</a:t>
            </a:r>
            <a:endParaRPr lang="en-US" altLang="ja-JP" dirty="0"/>
          </a:p>
          <a:p>
            <a:pPr marL="457200" indent="-457200">
              <a:buFont typeface="+mj-ea"/>
              <a:buAutoNum type="circleNumDbPlain"/>
            </a:pPr>
            <a:r>
              <a:rPr lang="ja-JP" altLang="en-US" dirty="0"/>
              <a:t>異常があれば，治るまで続けて，終了時刻記録</a:t>
            </a:r>
            <a:endParaRPr kumimoji="1" lang="en-US" altLang="ja-JP" dirty="0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3B491ED1-3559-A7B3-9CF0-18826124A2F0}"/>
              </a:ext>
            </a:extLst>
          </p:cNvPr>
          <p:cNvSpPr/>
          <p:nvPr/>
        </p:nvSpPr>
        <p:spPr>
          <a:xfrm>
            <a:off x="4750420" y="802889"/>
            <a:ext cx="4114800" cy="540834"/>
          </a:xfrm>
          <a:prstGeom prst="roundRect">
            <a:avLst/>
          </a:prstGeom>
          <a:solidFill>
            <a:srgbClr val="FFFFE5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疑問があれば，適宜質問しても</a:t>
            </a:r>
            <a:r>
              <a:rPr kumimoji="1" lang="en-US" altLang="ja-JP" dirty="0">
                <a:solidFill>
                  <a:schemeClr val="tx1"/>
                </a:solidFill>
              </a:rPr>
              <a:t>OK</a:t>
            </a:r>
            <a:endParaRPr kumimoji="1" lang="ja-JP" altLang="en-US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43106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7445982"/>
      </p:ext>
    </p:extLst>
  </p:cSld>
  <p:clrMapOvr>
    <a:masterClrMapping/>
  </p:clrMapOvr>
</p:sld>
</file>

<file path=ppt/theme/theme1.xml><?xml version="1.0" encoding="utf-8"?>
<a:theme xmlns:a="http://schemas.openxmlformats.org/drawingml/2006/main" name="デジタルリテラシ">
  <a:themeElements>
    <a:clrScheme name="F_Tool">
      <a:dk1>
        <a:srgbClr val="000000"/>
      </a:dk1>
      <a:lt1>
        <a:sysClr val="window" lastClr="FFFFFF"/>
      </a:lt1>
      <a:dk2>
        <a:srgbClr val="000000"/>
      </a:dk2>
      <a:lt2>
        <a:srgbClr val="FFFFFF"/>
      </a:lt2>
      <a:accent1>
        <a:srgbClr val="EA0000"/>
      </a:accent1>
      <a:accent2>
        <a:srgbClr val="FF8000"/>
      </a:accent2>
      <a:accent3>
        <a:srgbClr val="D80084"/>
      </a:accent3>
      <a:accent4>
        <a:srgbClr val="2400B0"/>
      </a:accent4>
      <a:accent5>
        <a:srgbClr val="61D600"/>
      </a:accent5>
      <a:accent6>
        <a:srgbClr val="008224"/>
      </a:accent6>
      <a:hlink>
        <a:srgbClr val="0563C1"/>
      </a:hlink>
      <a:folHlink>
        <a:srgbClr val="954F72"/>
      </a:folHlink>
    </a:clrScheme>
    <a:fontScheme name="F_Tool_JP">
      <a:majorFont>
        <a:latin typeface="メイリオ"/>
        <a:ea typeface="メイリオ"/>
        <a:cs typeface=""/>
      </a:majorFont>
      <a:minorFont>
        <a:latin typeface="メイリオ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95000"/>
          </a:schemeClr>
        </a:solidFill>
        <a:ln>
          <a:solidFill>
            <a:schemeClr val="bg1">
              <a:lumMod val="75000"/>
            </a:schemeClr>
          </a:solidFill>
        </a:ln>
      </a:spPr>
      <a:bodyPr rtlCol="0" anchor="ctr"/>
      <a:lstStyle>
        <a:defPPr algn="ctr">
          <a:defRPr kumimoji="1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bg1">
              <a:lumMod val="50000"/>
            </a:schemeClr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kumimoji="1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プレゼンテーション1" id="{89D5AA51-82D9-46A9-B088-81940A62FD39}" vid="{9DA0BA57-D874-448D-82DD-D6F8E40BAE5A}"/>
    </a:ext>
  </a:extLst>
</a:theme>
</file>

<file path=ppt/theme/theme2.xml><?xml version="1.0" encoding="utf-8"?>
<a:theme xmlns:a="http://schemas.openxmlformats.org/drawingml/2006/main" name="Office テーマ">
  <a:themeElements>
    <a:clrScheme name="F_Tool_8_EN">
      <a:dk1>
        <a:srgbClr val="000000"/>
      </a:dk1>
      <a:lt1>
        <a:sysClr val="window" lastClr="FFFFFF"/>
      </a:lt1>
      <a:dk2>
        <a:srgbClr val="D51C89"/>
      </a:dk2>
      <a:lt2>
        <a:srgbClr val="E60000"/>
      </a:lt2>
      <a:accent1>
        <a:srgbClr val="1813B1"/>
      </a:accent1>
      <a:accent2>
        <a:srgbClr val="00ECF4"/>
      </a:accent2>
      <a:accent3>
        <a:srgbClr val="75D700"/>
      </a:accent3>
      <a:accent4>
        <a:srgbClr val="00812F"/>
      </a:accent4>
      <a:accent5>
        <a:srgbClr val="FFE800"/>
      </a:accent5>
      <a:accent6>
        <a:srgbClr val="FF8100"/>
      </a:accent6>
      <a:hlink>
        <a:srgbClr val="0563C1"/>
      </a:hlink>
      <a:folHlink>
        <a:srgbClr val="954F72"/>
      </a:folHlink>
    </a:clrScheme>
    <a:fontScheme name="F_Tool_8_EN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テーマ">
  <a:themeElements>
    <a:clrScheme name="F_Tool_8_EN">
      <a:dk1>
        <a:srgbClr val="000000"/>
      </a:dk1>
      <a:lt1>
        <a:sysClr val="window" lastClr="FFFFFF"/>
      </a:lt1>
      <a:dk2>
        <a:srgbClr val="D51C89"/>
      </a:dk2>
      <a:lt2>
        <a:srgbClr val="E60000"/>
      </a:lt2>
      <a:accent1>
        <a:srgbClr val="1813B1"/>
      </a:accent1>
      <a:accent2>
        <a:srgbClr val="00ECF4"/>
      </a:accent2>
      <a:accent3>
        <a:srgbClr val="75D700"/>
      </a:accent3>
      <a:accent4>
        <a:srgbClr val="00812F"/>
      </a:accent4>
      <a:accent5>
        <a:srgbClr val="FFE800"/>
      </a:accent5>
      <a:accent6>
        <a:srgbClr val="FF8100"/>
      </a:accent6>
      <a:hlink>
        <a:srgbClr val="0563C1"/>
      </a:hlink>
      <a:folHlink>
        <a:srgbClr val="954F72"/>
      </a:folHlink>
    </a:clrScheme>
    <a:fontScheme name="F_Tool_8_EN">
      <a:majorFont>
        <a:latin typeface="Arial"/>
        <a:ea typeface="メイリオ"/>
        <a:cs typeface=""/>
      </a:majorFont>
      <a:minorFont>
        <a:latin typeface="Arial"/>
        <a:ea typeface="メイリオ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個人</Template>
  <TotalTime>1561</TotalTime>
  <Words>693</Words>
  <Application>Microsoft Office PowerPoint</Application>
  <PresentationFormat>画面に合わせる (16:9)</PresentationFormat>
  <Paragraphs>136</Paragraphs>
  <Slides>13</Slides>
  <Notes>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13</vt:i4>
      </vt:variant>
    </vt:vector>
  </HeadingPairs>
  <TitlesOfParts>
    <vt:vector size="18" baseType="lpstr">
      <vt:lpstr>メイリオ</vt:lpstr>
      <vt:lpstr>Arial</vt:lpstr>
      <vt:lpstr>Times New Roman</vt:lpstr>
      <vt:lpstr>Wingdings</vt:lpstr>
      <vt:lpstr>デジタルリテラシ</vt:lpstr>
      <vt:lpstr>アルバイト募集</vt:lpstr>
      <vt:lpstr>依頼内容(1)</vt:lpstr>
      <vt:lpstr>依頼内容(2) : 当日の作業</vt:lpstr>
      <vt:lpstr>当日までの予定</vt:lpstr>
      <vt:lpstr>当日の予定 : 1.5日～2日を想定</vt:lpstr>
      <vt:lpstr>実施してもらう評価実験の内容</vt:lpstr>
      <vt:lpstr>IoTアクチュエータ端末とは</vt:lpstr>
      <vt:lpstr>代表的なアクチュエータ</vt:lpstr>
      <vt:lpstr>アクチュエータ端末開発の手順</vt:lpstr>
      <vt:lpstr>アクチュエータ端末開発の容易化</vt:lpstr>
      <vt:lpstr>システム詳細 : 4つのアプリの組み合わせ</vt:lpstr>
      <vt:lpstr>測定対象の作業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野呂　正明</dc:creator>
  <cp:lastModifiedBy>り ぶ</cp:lastModifiedBy>
  <cp:revision>1</cp:revision>
  <cp:lastPrinted>2022-11-21T08:07:27Z</cp:lastPrinted>
  <dcterms:created xsi:type="dcterms:W3CDTF">2023-12-11T02:17:30Z</dcterms:created>
  <dcterms:modified xsi:type="dcterms:W3CDTF">2026-06-11T23:58:11Z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295cc1-d279-42ac-ab4d-3b0f4fece050_Enabled">
    <vt:lpwstr>true</vt:lpwstr>
  </property>
  <property fmtid="{D5CDD505-2E9C-101B-9397-08002B2CF9AE}" pid="3" name="MSIP_Label_a7295cc1-d279-42ac-ab4d-3b0f4fece050_SetDate">
    <vt:lpwstr>2021-10-28T00:05:04Z</vt:lpwstr>
  </property>
  <property fmtid="{D5CDD505-2E9C-101B-9397-08002B2CF9AE}" pid="4" name="MSIP_Label_a7295cc1-d279-42ac-ab4d-3b0f4fece050_Method">
    <vt:lpwstr>Standard</vt:lpwstr>
  </property>
  <property fmtid="{D5CDD505-2E9C-101B-9397-08002B2CF9AE}" pid="5" name="MSIP_Label_a7295cc1-d279-42ac-ab4d-3b0f4fece050_Name">
    <vt:lpwstr>FUJITSU-RESTRICTED​</vt:lpwstr>
  </property>
  <property fmtid="{D5CDD505-2E9C-101B-9397-08002B2CF9AE}" pid="6" name="MSIP_Label_a7295cc1-d279-42ac-ab4d-3b0f4fece050_SiteId">
    <vt:lpwstr>a19f121d-81e1-4858-a9d8-736e267fd4c7</vt:lpwstr>
  </property>
  <property fmtid="{D5CDD505-2E9C-101B-9397-08002B2CF9AE}" pid="7" name="MSIP_Label_a7295cc1-d279-42ac-ab4d-3b0f4fece050_ActionId">
    <vt:lpwstr>2213c45c-f659-4547-b6fb-40f3bd2d3676</vt:lpwstr>
  </property>
  <property fmtid="{D5CDD505-2E9C-101B-9397-08002B2CF9AE}" pid="8" name="MSIP_Label_a7295cc1-d279-42ac-ab4d-3b0f4fece050_ContentBits">
    <vt:lpwstr>0</vt:lpwstr>
  </property>
</Properties>
</file>