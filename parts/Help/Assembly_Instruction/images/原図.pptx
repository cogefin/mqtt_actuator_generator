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C7219C-4910-489B-9B9E-E0B0BBB15162}" v="19" dt="2026-06-20T04:34:21.6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68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り ぶ" userId="e79b0678f96bfbc0" providerId="LiveId" clId="{AAEDD26B-EFCD-460D-8863-543060308144}"/>
    <pc:docChg chg="undo custSel addSld modSld">
      <pc:chgData name="り ぶ" userId="e79b0678f96bfbc0" providerId="LiveId" clId="{AAEDD26B-EFCD-460D-8863-543060308144}" dt="2026-06-20T04:34:25.364" v="333" actId="1076"/>
      <pc:docMkLst>
        <pc:docMk/>
      </pc:docMkLst>
      <pc:sldChg chg="addSp delSp modSp new mod modClrScheme chgLayout">
        <pc:chgData name="り ぶ" userId="e79b0678f96bfbc0" providerId="LiveId" clId="{AAEDD26B-EFCD-460D-8863-543060308144}" dt="2026-06-20T04:34:25.364" v="333" actId="1076"/>
        <pc:sldMkLst>
          <pc:docMk/>
          <pc:sldMk cId="2565846610" sldId="256"/>
        </pc:sldMkLst>
        <pc:spChg chg="add mod">
          <ac:chgData name="り ぶ" userId="e79b0678f96bfbc0" providerId="LiveId" clId="{AAEDD26B-EFCD-460D-8863-543060308144}" dt="2026-06-20T03:57:44.314" v="26" actId="1076"/>
          <ac:spMkLst>
            <pc:docMk/>
            <pc:sldMk cId="2565846610" sldId="256"/>
            <ac:spMk id="2" creationId="{87585EE5-C9D5-8BCF-BB17-BFAD6AEE93F0}"/>
          </ac:spMkLst>
        </pc:spChg>
        <pc:spChg chg="del">
          <ac:chgData name="り ぶ" userId="e79b0678f96bfbc0" providerId="LiveId" clId="{AAEDD26B-EFCD-460D-8863-543060308144}" dt="2026-06-20T03:32:57.301" v="1" actId="700"/>
          <ac:spMkLst>
            <pc:docMk/>
            <pc:sldMk cId="2565846610" sldId="256"/>
            <ac:spMk id="2" creationId="{F9741FDE-D236-C63E-5B7C-734A6E618729}"/>
          </ac:spMkLst>
        </pc:spChg>
        <pc:spChg chg="del">
          <ac:chgData name="り ぶ" userId="e79b0678f96bfbc0" providerId="LiveId" clId="{AAEDD26B-EFCD-460D-8863-543060308144}" dt="2026-06-20T03:32:57.301" v="1" actId="700"/>
          <ac:spMkLst>
            <pc:docMk/>
            <pc:sldMk cId="2565846610" sldId="256"/>
            <ac:spMk id="3" creationId="{B2B63D6F-DAE4-7FF4-105B-19B8A93CB6AE}"/>
          </ac:spMkLst>
        </pc:spChg>
        <pc:spChg chg="add mod">
          <ac:chgData name="り ぶ" userId="e79b0678f96bfbc0" providerId="LiveId" clId="{AAEDD26B-EFCD-460D-8863-543060308144}" dt="2026-06-20T03:57:44.314" v="26" actId="1076"/>
          <ac:spMkLst>
            <pc:docMk/>
            <pc:sldMk cId="2565846610" sldId="256"/>
            <ac:spMk id="3" creationId="{D06D1215-4140-D47B-14C8-14B8D664FD4B}"/>
          </ac:spMkLst>
        </pc:spChg>
        <pc:spChg chg="add mod">
          <ac:chgData name="り ぶ" userId="e79b0678f96bfbc0" providerId="LiveId" clId="{AAEDD26B-EFCD-460D-8863-543060308144}" dt="2026-06-20T03:58:07.301" v="60" actId="1037"/>
          <ac:spMkLst>
            <pc:docMk/>
            <pc:sldMk cId="2565846610" sldId="256"/>
            <ac:spMk id="6" creationId="{D1221FFC-2E3E-6A70-797C-830600AE3656}"/>
          </ac:spMkLst>
        </pc:spChg>
        <pc:spChg chg="add mod">
          <ac:chgData name="り ぶ" userId="e79b0678f96bfbc0" providerId="LiveId" clId="{AAEDD26B-EFCD-460D-8863-543060308144}" dt="2026-06-20T03:58:18.574" v="63" actId="1076"/>
          <ac:spMkLst>
            <pc:docMk/>
            <pc:sldMk cId="2565846610" sldId="256"/>
            <ac:spMk id="7" creationId="{C7BCC6FD-2BB7-5E40-45D5-95A48E8374E4}"/>
          </ac:spMkLst>
        </pc:spChg>
        <pc:spChg chg="add mod">
          <ac:chgData name="り ぶ" userId="e79b0678f96bfbc0" providerId="LiveId" clId="{AAEDD26B-EFCD-460D-8863-543060308144}" dt="2026-06-20T03:58:25.616" v="97" actId="1037"/>
          <ac:spMkLst>
            <pc:docMk/>
            <pc:sldMk cId="2565846610" sldId="256"/>
            <ac:spMk id="9" creationId="{9EBAE48D-C774-0E7A-5DAB-D272E2E9A922}"/>
          </ac:spMkLst>
        </pc:spChg>
        <pc:spChg chg="add mod">
          <ac:chgData name="り ぶ" userId="e79b0678f96bfbc0" providerId="LiveId" clId="{AAEDD26B-EFCD-460D-8863-543060308144}" dt="2026-06-20T03:58:31.233" v="99" actId="20577"/>
          <ac:spMkLst>
            <pc:docMk/>
            <pc:sldMk cId="2565846610" sldId="256"/>
            <ac:spMk id="10" creationId="{7EAC9EE0-AC21-27D9-3250-9447267C0DAC}"/>
          </ac:spMkLst>
        </pc:spChg>
        <pc:spChg chg="add mod">
          <ac:chgData name="り ぶ" userId="e79b0678f96bfbc0" providerId="LiveId" clId="{AAEDD26B-EFCD-460D-8863-543060308144}" dt="2026-06-20T04:33:43.584" v="294"/>
          <ac:spMkLst>
            <pc:docMk/>
            <pc:sldMk cId="2565846610" sldId="256"/>
            <ac:spMk id="11" creationId="{0FFA756B-530A-845A-17C9-4C5F3ECFB50D}"/>
          </ac:spMkLst>
        </pc:spChg>
        <pc:spChg chg="add mod">
          <ac:chgData name="り ぶ" userId="e79b0678f96bfbc0" providerId="LiveId" clId="{AAEDD26B-EFCD-460D-8863-543060308144}" dt="2026-06-20T04:33:43.584" v="294"/>
          <ac:spMkLst>
            <pc:docMk/>
            <pc:sldMk cId="2565846610" sldId="256"/>
            <ac:spMk id="12" creationId="{B21D37C3-2179-8832-A745-8FAE51CDE10D}"/>
          </ac:spMkLst>
        </pc:spChg>
        <pc:spChg chg="add mod">
          <ac:chgData name="り ぶ" userId="e79b0678f96bfbc0" providerId="LiveId" clId="{AAEDD26B-EFCD-460D-8863-543060308144}" dt="2026-06-20T04:34:17.329" v="329" actId="14100"/>
          <ac:spMkLst>
            <pc:docMk/>
            <pc:sldMk cId="2565846610" sldId="256"/>
            <ac:spMk id="14" creationId="{2D980C45-6BB1-4E90-0EB9-39BAD0DE3B50}"/>
          </ac:spMkLst>
        </pc:spChg>
        <pc:spChg chg="add mod">
          <ac:chgData name="り ぶ" userId="e79b0678f96bfbc0" providerId="LiveId" clId="{AAEDD26B-EFCD-460D-8863-543060308144}" dt="2026-06-20T04:34:25.364" v="333" actId="1076"/>
          <ac:spMkLst>
            <pc:docMk/>
            <pc:sldMk cId="2565846610" sldId="256"/>
            <ac:spMk id="15" creationId="{E82245F7-1855-1388-649E-3EF6F608043E}"/>
          </ac:spMkLst>
        </pc:spChg>
        <pc:picChg chg="add mod">
          <ac:chgData name="り ぶ" userId="e79b0678f96bfbc0" providerId="LiveId" clId="{AAEDD26B-EFCD-460D-8863-543060308144}" dt="2026-06-20T03:57:48.733" v="27" actId="1076"/>
          <ac:picMkLst>
            <pc:docMk/>
            <pc:sldMk cId="2565846610" sldId="256"/>
            <ac:picMk id="4" creationId="{ECC635FA-5C70-4E5D-58FD-2CE69CEB5AF4}"/>
          </ac:picMkLst>
        </pc:picChg>
        <pc:picChg chg="add mod">
          <ac:chgData name="り ぶ" userId="e79b0678f96bfbc0" providerId="LiveId" clId="{AAEDD26B-EFCD-460D-8863-543060308144}" dt="2026-06-20T03:57:44.314" v="26" actId="1076"/>
          <ac:picMkLst>
            <pc:docMk/>
            <pc:sldMk cId="2565846610" sldId="256"/>
            <ac:picMk id="5" creationId="{8E5625AC-999D-4C3A-2AD3-2250847054D8}"/>
          </ac:picMkLst>
        </pc:picChg>
        <pc:picChg chg="add mod">
          <ac:chgData name="り ぶ" userId="e79b0678f96bfbc0" providerId="LiveId" clId="{AAEDD26B-EFCD-460D-8863-543060308144}" dt="2026-06-20T03:57:51.837" v="29" actId="1076"/>
          <ac:picMkLst>
            <pc:docMk/>
            <pc:sldMk cId="2565846610" sldId="256"/>
            <ac:picMk id="8" creationId="{78323FE9-1477-975F-64C5-D7A51AD658F8}"/>
          </ac:picMkLst>
        </pc:picChg>
        <pc:picChg chg="add mod">
          <ac:chgData name="り ぶ" userId="e79b0678f96bfbc0" providerId="LiveId" clId="{AAEDD26B-EFCD-460D-8863-543060308144}" dt="2026-06-20T04:33:52.206" v="296" actId="1076"/>
          <ac:picMkLst>
            <pc:docMk/>
            <pc:sldMk cId="2565846610" sldId="256"/>
            <ac:picMk id="13" creationId="{6CB28B32-A12E-B553-CCE5-B009D2B0FA97}"/>
          </ac:picMkLst>
        </pc:picChg>
      </pc:sldChg>
      <pc:sldChg chg="addSp modSp new mod">
        <pc:chgData name="り ぶ" userId="e79b0678f96bfbc0" providerId="LiveId" clId="{AAEDD26B-EFCD-460D-8863-543060308144}" dt="2026-06-20T04:31:41.484" v="217" actId="1076"/>
        <pc:sldMkLst>
          <pc:docMk/>
          <pc:sldMk cId="939876143" sldId="257"/>
        </pc:sldMkLst>
        <pc:spChg chg="add mod">
          <ac:chgData name="り ぶ" userId="e79b0678f96bfbc0" providerId="LiveId" clId="{AAEDD26B-EFCD-460D-8863-543060308144}" dt="2026-06-20T04:31:31.478" v="216" actId="14100"/>
          <ac:spMkLst>
            <pc:docMk/>
            <pc:sldMk cId="939876143" sldId="257"/>
            <ac:spMk id="4" creationId="{FD154809-BDEF-F270-6931-C1561EBE881B}"/>
          </ac:spMkLst>
        </pc:spChg>
        <pc:spChg chg="add mod">
          <ac:chgData name="り ぶ" userId="e79b0678f96bfbc0" providerId="LiveId" clId="{AAEDD26B-EFCD-460D-8863-543060308144}" dt="2026-06-20T04:31:41.484" v="217" actId="1076"/>
          <ac:spMkLst>
            <pc:docMk/>
            <pc:sldMk cId="939876143" sldId="257"/>
            <ac:spMk id="5" creationId="{FEC8E1C4-D3EF-1708-428B-46586F27A43B}"/>
          </ac:spMkLst>
        </pc:spChg>
        <pc:picChg chg="add mod">
          <ac:chgData name="り ぶ" userId="e79b0678f96bfbc0" providerId="LiveId" clId="{AAEDD26B-EFCD-460D-8863-543060308144}" dt="2026-06-20T04:31:20.144" v="213" actId="1076"/>
          <ac:picMkLst>
            <pc:docMk/>
            <pc:sldMk cId="939876143" sldId="257"/>
            <ac:picMk id="3" creationId="{27721C2E-1444-67B6-4175-D56F3798A4F5}"/>
          </ac:picMkLst>
        </pc:picChg>
      </pc:sldChg>
      <pc:sldChg chg="addSp modSp add mod">
        <pc:chgData name="り ぶ" userId="e79b0678f96bfbc0" providerId="LiveId" clId="{AAEDD26B-EFCD-460D-8863-543060308144}" dt="2026-06-20T04:11:57.817" v="206" actId="1076"/>
        <pc:sldMkLst>
          <pc:docMk/>
          <pc:sldMk cId="172609078" sldId="258"/>
        </pc:sldMkLst>
        <pc:spChg chg="mod ord">
          <ac:chgData name="り ぶ" userId="e79b0678f96bfbc0" providerId="LiveId" clId="{AAEDD26B-EFCD-460D-8863-543060308144}" dt="2026-06-20T04:09:50.458" v="131" actId="1076"/>
          <ac:spMkLst>
            <pc:docMk/>
            <pc:sldMk cId="172609078" sldId="258"/>
            <ac:spMk id="2" creationId="{FC4F13A0-1994-9A05-408A-796D9DE6658E}"/>
          </ac:spMkLst>
        </pc:spChg>
        <pc:spChg chg="mod ord">
          <ac:chgData name="り ぶ" userId="e79b0678f96bfbc0" providerId="LiveId" clId="{AAEDD26B-EFCD-460D-8863-543060308144}" dt="2026-06-20T04:09:50.458" v="131" actId="1076"/>
          <ac:spMkLst>
            <pc:docMk/>
            <pc:sldMk cId="172609078" sldId="258"/>
            <ac:spMk id="3" creationId="{BF3F408B-A5A9-BC72-8F73-423FAF47F094}"/>
          </ac:spMkLst>
        </pc:spChg>
        <pc:spChg chg="mod ord">
          <ac:chgData name="り ぶ" userId="e79b0678f96bfbc0" providerId="LiveId" clId="{AAEDD26B-EFCD-460D-8863-543060308144}" dt="2026-06-20T04:09:50.458" v="131" actId="1076"/>
          <ac:spMkLst>
            <pc:docMk/>
            <pc:sldMk cId="172609078" sldId="258"/>
            <ac:spMk id="6" creationId="{B9EB1731-B9FB-E102-159C-DF7B3100E303}"/>
          </ac:spMkLst>
        </pc:spChg>
        <pc:spChg chg="mod">
          <ac:chgData name="り ぶ" userId="e79b0678f96bfbc0" providerId="LiveId" clId="{AAEDD26B-EFCD-460D-8863-543060308144}" dt="2026-06-20T04:09:50.458" v="131" actId="1076"/>
          <ac:spMkLst>
            <pc:docMk/>
            <pc:sldMk cId="172609078" sldId="258"/>
            <ac:spMk id="7" creationId="{90B434D0-C45E-9604-4F37-BFDA451453C4}"/>
          </ac:spMkLst>
        </pc:spChg>
        <pc:spChg chg="mod ord">
          <ac:chgData name="り ぶ" userId="e79b0678f96bfbc0" providerId="LiveId" clId="{AAEDD26B-EFCD-460D-8863-543060308144}" dt="2026-06-20T04:09:50.458" v="131" actId="1076"/>
          <ac:spMkLst>
            <pc:docMk/>
            <pc:sldMk cId="172609078" sldId="258"/>
            <ac:spMk id="9" creationId="{69D9C198-6B16-A3E6-775D-9B0DE7896C5C}"/>
          </ac:spMkLst>
        </pc:spChg>
        <pc:spChg chg="mod">
          <ac:chgData name="り ぶ" userId="e79b0678f96bfbc0" providerId="LiveId" clId="{AAEDD26B-EFCD-460D-8863-543060308144}" dt="2026-06-20T04:09:50.458" v="131" actId="1076"/>
          <ac:spMkLst>
            <pc:docMk/>
            <pc:sldMk cId="172609078" sldId="258"/>
            <ac:spMk id="10" creationId="{0CBCAF72-662F-8D3D-CD71-08D87A104AFD}"/>
          </ac:spMkLst>
        </pc:spChg>
        <pc:spChg chg="add mod">
          <ac:chgData name="り ぶ" userId="e79b0678f96bfbc0" providerId="LiveId" clId="{AAEDD26B-EFCD-460D-8863-543060308144}" dt="2026-06-20T04:10:14.399" v="168" actId="20577"/>
          <ac:spMkLst>
            <pc:docMk/>
            <pc:sldMk cId="172609078" sldId="258"/>
            <ac:spMk id="12" creationId="{B782F34F-061F-6EFD-E8E3-F26D4F9E5B75}"/>
          </ac:spMkLst>
        </pc:spChg>
        <pc:spChg chg="add mod">
          <ac:chgData name="り ぶ" userId="e79b0678f96bfbc0" providerId="LiveId" clId="{AAEDD26B-EFCD-460D-8863-543060308144}" dt="2026-06-20T04:10:09.181" v="166" actId="1037"/>
          <ac:spMkLst>
            <pc:docMk/>
            <pc:sldMk cId="172609078" sldId="258"/>
            <ac:spMk id="13" creationId="{410F0641-1924-3389-9F2A-18E700AA6507}"/>
          </ac:spMkLst>
        </pc:spChg>
        <pc:spChg chg="add mod">
          <ac:chgData name="り ぶ" userId="e79b0678f96bfbc0" providerId="LiveId" clId="{AAEDD26B-EFCD-460D-8863-543060308144}" dt="2026-06-20T04:11:57.817" v="206" actId="1076"/>
          <ac:spMkLst>
            <pc:docMk/>
            <pc:sldMk cId="172609078" sldId="258"/>
            <ac:spMk id="15" creationId="{4C607A89-46E8-D02D-A5CA-20D8D3A9E73E}"/>
          </ac:spMkLst>
        </pc:spChg>
        <pc:spChg chg="add mod">
          <ac:chgData name="り ぶ" userId="e79b0678f96bfbc0" providerId="LiveId" clId="{AAEDD26B-EFCD-460D-8863-543060308144}" dt="2026-06-20T04:10:42.786" v="172" actId="14100"/>
          <ac:spMkLst>
            <pc:docMk/>
            <pc:sldMk cId="172609078" sldId="258"/>
            <ac:spMk id="16" creationId="{A702925B-DD1D-87F4-5FA5-E9ECC0CFBD93}"/>
          </ac:spMkLst>
        </pc:spChg>
        <pc:picChg chg="mod">
          <ac:chgData name="り ぶ" userId="e79b0678f96bfbc0" providerId="LiveId" clId="{AAEDD26B-EFCD-460D-8863-543060308144}" dt="2026-06-20T04:09:50.458" v="131" actId="1076"/>
          <ac:picMkLst>
            <pc:docMk/>
            <pc:sldMk cId="172609078" sldId="258"/>
            <ac:picMk id="4" creationId="{39846F41-DA55-8E59-2F43-2B35EE4D9326}"/>
          </ac:picMkLst>
        </pc:picChg>
        <pc:picChg chg="mod">
          <ac:chgData name="り ぶ" userId="e79b0678f96bfbc0" providerId="LiveId" clId="{AAEDD26B-EFCD-460D-8863-543060308144}" dt="2026-06-20T04:09:50.458" v="131" actId="1076"/>
          <ac:picMkLst>
            <pc:docMk/>
            <pc:sldMk cId="172609078" sldId="258"/>
            <ac:picMk id="5" creationId="{6B27A6BE-DA1C-598D-E61B-A63A5D87DC26}"/>
          </ac:picMkLst>
        </pc:picChg>
        <pc:picChg chg="mod">
          <ac:chgData name="り ぶ" userId="e79b0678f96bfbc0" providerId="LiveId" clId="{AAEDD26B-EFCD-460D-8863-543060308144}" dt="2026-06-20T04:09:50.458" v="131" actId="1076"/>
          <ac:picMkLst>
            <pc:docMk/>
            <pc:sldMk cId="172609078" sldId="258"/>
            <ac:picMk id="8" creationId="{C86BBAA0-A382-C5F1-1FE0-CFC2A5DF1421}"/>
          </ac:picMkLst>
        </pc:picChg>
        <pc:picChg chg="add mod">
          <ac:chgData name="り ぶ" userId="e79b0678f96bfbc0" providerId="LiveId" clId="{AAEDD26B-EFCD-460D-8863-543060308144}" dt="2026-06-20T04:10:00.712" v="133" actId="1076"/>
          <ac:picMkLst>
            <pc:docMk/>
            <pc:sldMk cId="172609078" sldId="258"/>
            <ac:picMk id="11" creationId="{7E773B0C-F42B-FB59-348B-E4302EC813FF}"/>
          </ac:picMkLst>
        </pc:picChg>
        <pc:picChg chg="add mod">
          <ac:chgData name="り ぶ" userId="e79b0678f96bfbc0" providerId="LiveId" clId="{AAEDD26B-EFCD-460D-8863-543060308144}" dt="2026-06-20T04:10:52.466" v="175" actId="1076"/>
          <ac:picMkLst>
            <pc:docMk/>
            <pc:sldMk cId="172609078" sldId="258"/>
            <ac:picMk id="14" creationId="{E3F9A6D3-E01D-ADD5-118E-94B2293A744C}"/>
          </ac:picMkLst>
        </pc:picChg>
      </pc:sldChg>
      <pc:sldChg chg="modSp add mod">
        <pc:chgData name="り ぶ" userId="e79b0678f96bfbc0" providerId="LiveId" clId="{AAEDD26B-EFCD-460D-8863-543060308144}" dt="2026-06-20T04:32:05.847" v="221" actId="20577"/>
        <pc:sldMkLst>
          <pc:docMk/>
          <pc:sldMk cId="1873815352" sldId="259"/>
        </pc:sldMkLst>
        <pc:spChg chg="mod">
          <ac:chgData name="り ぶ" userId="e79b0678f96bfbc0" providerId="LiveId" clId="{AAEDD26B-EFCD-460D-8863-543060308144}" dt="2026-06-20T04:32:00.227" v="219" actId="1076"/>
          <ac:spMkLst>
            <pc:docMk/>
            <pc:sldMk cId="1873815352" sldId="259"/>
            <ac:spMk id="4" creationId="{BB6B2809-9255-AF28-65DB-B46D818C6EFD}"/>
          </ac:spMkLst>
        </pc:spChg>
        <pc:spChg chg="mod">
          <ac:chgData name="り ぶ" userId="e79b0678f96bfbc0" providerId="LiveId" clId="{AAEDD26B-EFCD-460D-8863-543060308144}" dt="2026-06-20T04:32:05.847" v="221" actId="20577"/>
          <ac:spMkLst>
            <pc:docMk/>
            <pc:sldMk cId="1873815352" sldId="259"/>
            <ac:spMk id="5" creationId="{FDC0AD28-4279-4E0B-504E-69ABD66F45B3}"/>
          </ac:spMkLst>
        </pc:spChg>
      </pc:sldChg>
      <pc:sldChg chg="modSp add mod">
        <pc:chgData name="り ぶ" userId="e79b0678f96bfbc0" providerId="LiveId" clId="{AAEDD26B-EFCD-460D-8863-543060308144}" dt="2026-06-20T04:32:32.347" v="277" actId="20577"/>
        <pc:sldMkLst>
          <pc:docMk/>
          <pc:sldMk cId="1220102322" sldId="260"/>
        </pc:sldMkLst>
        <pc:spChg chg="mod">
          <ac:chgData name="り ぶ" userId="e79b0678f96bfbc0" providerId="LiveId" clId="{AAEDD26B-EFCD-460D-8863-543060308144}" dt="2026-06-20T04:32:23.903" v="275" actId="1038"/>
          <ac:spMkLst>
            <pc:docMk/>
            <pc:sldMk cId="1220102322" sldId="260"/>
            <ac:spMk id="4" creationId="{32C539AC-A1E8-22E4-A7FA-5BCDFE6F852F}"/>
          </ac:spMkLst>
        </pc:spChg>
        <pc:spChg chg="mod">
          <ac:chgData name="り ぶ" userId="e79b0678f96bfbc0" providerId="LiveId" clId="{AAEDD26B-EFCD-460D-8863-543060308144}" dt="2026-06-20T04:32:32.347" v="277" actId="20577"/>
          <ac:spMkLst>
            <pc:docMk/>
            <pc:sldMk cId="1220102322" sldId="260"/>
            <ac:spMk id="5" creationId="{897A632E-016B-A0E9-820B-41E21AD6022B}"/>
          </ac:spMkLst>
        </pc:spChg>
      </pc:sldChg>
      <pc:sldChg chg="modSp add mod">
        <pc:chgData name="り ぶ" userId="e79b0678f96bfbc0" providerId="LiveId" clId="{AAEDD26B-EFCD-460D-8863-543060308144}" dt="2026-06-20T04:32:59.801" v="284" actId="1076"/>
        <pc:sldMkLst>
          <pc:docMk/>
          <pc:sldMk cId="1492908087" sldId="261"/>
        </pc:sldMkLst>
        <pc:spChg chg="mod">
          <ac:chgData name="り ぶ" userId="e79b0678f96bfbc0" providerId="LiveId" clId="{AAEDD26B-EFCD-460D-8863-543060308144}" dt="2026-06-20T04:32:49.750" v="280" actId="1076"/>
          <ac:spMkLst>
            <pc:docMk/>
            <pc:sldMk cId="1492908087" sldId="261"/>
            <ac:spMk id="4" creationId="{61E77B4D-6B6A-6E2C-07E2-D7F6668DD349}"/>
          </ac:spMkLst>
        </pc:spChg>
        <pc:spChg chg="mod">
          <ac:chgData name="り ぶ" userId="e79b0678f96bfbc0" providerId="LiveId" clId="{AAEDD26B-EFCD-460D-8863-543060308144}" dt="2026-06-20T04:32:59.801" v="284" actId="1076"/>
          <ac:spMkLst>
            <pc:docMk/>
            <pc:sldMk cId="1492908087" sldId="261"/>
            <ac:spMk id="5" creationId="{79A3C8F0-AE1C-5C7C-8663-A34C680CD514}"/>
          </ac:spMkLst>
        </pc:spChg>
      </pc:sldChg>
      <pc:sldChg chg="modSp add mod">
        <pc:chgData name="り ぶ" userId="e79b0678f96bfbc0" providerId="LiveId" clId="{AAEDD26B-EFCD-460D-8863-543060308144}" dt="2026-06-20T04:33:24.819" v="293" actId="1076"/>
        <pc:sldMkLst>
          <pc:docMk/>
          <pc:sldMk cId="1585399000" sldId="262"/>
        </pc:sldMkLst>
        <pc:spChg chg="mod">
          <ac:chgData name="り ぶ" userId="e79b0678f96bfbc0" providerId="LiveId" clId="{AAEDD26B-EFCD-460D-8863-543060308144}" dt="2026-06-20T04:33:13.431" v="286" actId="1076"/>
          <ac:spMkLst>
            <pc:docMk/>
            <pc:sldMk cId="1585399000" sldId="262"/>
            <ac:spMk id="4" creationId="{5D72FFF2-D043-7268-D11A-9788758CC74A}"/>
          </ac:spMkLst>
        </pc:spChg>
        <pc:spChg chg="mod">
          <ac:chgData name="り ぶ" userId="e79b0678f96bfbc0" providerId="LiveId" clId="{AAEDD26B-EFCD-460D-8863-543060308144}" dt="2026-06-20T04:33:24.819" v="293" actId="1076"/>
          <ac:spMkLst>
            <pc:docMk/>
            <pc:sldMk cId="1585399000" sldId="262"/>
            <ac:spMk id="5" creationId="{1A10A749-A560-79FC-3EE9-0C9304D8E1B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23FBD4-4265-4154-AB8D-2548E7949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B103FB5-0AF6-115E-BD39-AFDF2A3273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170042-5766-EB0D-8299-8C14CF741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A0182-FABE-4A0F-821B-D2C0C5E5B9EC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957BC3B-88DE-86AA-3198-548BE2FD4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B650E2-9AD4-D369-EB0D-ACBFC907C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E33A2-4452-4779-9787-1A57B3A498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2094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86AFA1-1195-CFEA-E27A-FCFE76383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94451D-35CE-D2DA-5CAE-EBEC4F1B1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28C9AC-C997-5994-0268-F105BDF4F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A0182-FABE-4A0F-821B-D2C0C5E5B9EC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0C6009-FE1C-F1EF-38E3-45803D25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BD6E12-C419-02DC-F00D-819DA25D1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E33A2-4452-4779-9787-1A57B3A498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2861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6404C8-4C71-CB58-DC37-C98944C4A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D99FF9-11A1-B0A6-FEB8-36D86727E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4FACE7-912B-620D-75E0-5FA9525A8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A0182-FABE-4A0F-821B-D2C0C5E5B9EC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5BA-AE87-10C9-459A-4E7952CE0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F00A03-226D-670A-FFB3-942FDEEFF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E33A2-4452-4779-9787-1A57B3A498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3572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40E1DE-5567-DCF7-0928-F15E031D3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1957A7-5BA3-31D7-DAB9-080E0A93C5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72BCA6D-5650-1BF9-96D4-46EEF9B146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DDFE20-6F02-98EC-A8EF-B19228D5E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A0182-FABE-4A0F-821B-D2C0C5E5B9EC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AA6845C-3C06-96A1-D6B2-B92C9D012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280EDD-9038-0E26-F910-9D25BEC0F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E33A2-4452-4779-9787-1A57B3A498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9728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69E49C-A81E-A420-9DA9-7FF0C24EE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9B7E51B-B9A8-66AC-C70D-0F9E2ED51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AC91C6D-EE6F-01C3-0AA6-1755E6774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4EEE817-1CA8-F06A-A272-BCC427287B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67EF958-474F-3FEA-F463-4F97B924BB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7D84349-3AC9-05A4-9F5E-A9F906FA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A0182-FABE-4A0F-821B-D2C0C5E5B9EC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6FCB88D-F709-DC65-2ECA-1ACFEAD6B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29D7EF9-E02A-F8D1-8A06-ABDC9986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E33A2-4452-4779-9787-1A57B3A498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9557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1BCADE-E6B6-07C1-89CE-D423CE057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FBF0298-0411-662E-0AFB-9BBD848EA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A0182-FABE-4A0F-821B-D2C0C5E5B9EC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9A1DF2A-93E7-DA75-B1FF-E5CAD24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12A3E03-617A-0625-EAD0-46D7CE485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E33A2-4452-4779-9787-1A57B3A498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7961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AC950EF-AD99-DE2D-6090-6572126BB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A0182-FABE-4A0F-821B-D2C0C5E5B9EC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C1A82D4-970D-8687-777F-1E96360BB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3E466F3-5E17-A497-CCEB-762DD8E25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E33A2-4452-4779-9787-1A57B3A498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2672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B95ABF-2258-0A80-2772-7E182DD77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8FA875F-D8C3-5773-6961-A8FBEAF52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F02D4DE-4416-34BD-90B6-0A15AC1FF7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A7F269-5987-3C61-10F4-75A197BBE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A0182-FABE-4A0F-821B-D2C0C5E5B9EC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BE9A2FB-1139-CA17-382B-7B73C070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F55F4EB-F32F-05A6-81F0-56402661B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E33A2-4452-4779-9787-1A57B3A498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9863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CA5B40-EF31-D784-B5AA-A17D6D554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CCB0837-E43A-BC78-4F37-61A8F202D6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3AFF7B2-470C-255D-B4CE-406CF4F26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E798F29-B8EA-6852-F9EF-9573BF69E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A0182-FABE-4A0F-821B-D2C0C5E5B9EC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02F148-5A96-6174-7B5F-E0613A5BB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5E3E0FE-51B1-99D7-2258-8B1BA7F9A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E33A2-4452-4779-9787-1A57B3A498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8229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E76716-A363-DCB6-0C69-F36C24282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55BD733-F278-0087-0E3F-C98D593BD9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E65D90-58E1-BBB5-EBAA-9DE8BB9CC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A0182-FABE-4A0F-821B-D2C0C5E5B9EC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D427329-661D-7B51-BB39-5DF724693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6D9877-C900-23FC-C731-EB875D2DA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E33A2-4452-4779-9787-1A57B3A498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4495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57A5A69-B29A-28B0-D9CE-402578FE09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EA98C6C-C38E-527B-A384-CC92E47F84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69FEC8-17F8-9B2C-CDC8-28D0C1D78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A0182-FABE-4A0F-821B-D2C0C5E5B9EC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444360-284D-2010-E157-50309D811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DB31BB-BB6D-B01F-E610-A04273CBE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E33A2-4452-4779-9787-1A57B3A498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8069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350DD37-C9A8-861A-FE64-4BE9751EE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87C02C-F20C-D3D4-A07C-163BE359D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9BD2B1-8F51-FEAD-CF89-0FC026DB7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1A0182-FABE-4A0F-821B-D2C0C5E5B9EC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6CE684-8076-0BE1-6D42-EFEE2BC90C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F63347-0314-5F1A-0624-18CFEF736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0E33A2-4452-4779-9787-1A57B3A498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2232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E5625AC-999D-4C3A-2AD3-225084705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63" y="659606"/>
            <a:ext cx="3638550" cy="2924175"/>
          </a:xfrm>
          <a:prstGeom prst="rect">
            <a:avLst/>
          </a:prstGeom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87585EE5-C9D5-8BCF-BB17-BFAD6AEE93F0}"/>
              </a:ext>
            </a:extLst>
          </p:cNvPr>
          <p:cNvSpPr/>
          <p:nvPr/>
        </p:nvSpPr>
        <p:spPr>
          <a:xfrm>
            <a:off x="2275539" y="659606"/>
            <a:ext cx="439087" cy="1112044"/>
          </a:xfrm>
          <a:prstGeom prst="round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06D1215-4140-D47B-14C8-14B8D664FD4B}"/>
              </a:ext>
            </a:extLst>
          </p:cNvPr>
          <p:cNvSpPr txBox="1"/>
          <p:nvPr/>
        </p:nvSpPr>
        <p:spPr>
          <a:xfrm>
            <a:off x="2297524" y="351829"/>
            <a:ext cx="417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FF0000"/>
                </a:solidFill>
              </a:rPr>
              <a:t>D2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CC635FA-5C70-4E5D-58FD-2CE69CEB5A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111" y="659606"/>
            <a:ext cx="3638550" cy="2924175"/>
          </a:xfrm>
          <a:prstGeom prst="rect">
            <a:avLst/>
          </a:prstGeom>
        </p:spPr>
      </p:pic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D1221FFC-2E3E-6A70-797C-830600AE3656}"/>
              </a:ext>
            </a:extLst>
          </p:cNvPr>
          <p:cNvSpPr/>
          <p:nvPr/>
        </p:nvSpPr>
        <p:spPr>
          <a:xfrm>
            <a:off x="5744631" y="659606"/>
            <a:ext cx="439087" cy="1112044"/>
          </a:xfrm>
          <a:prstGeom prst="round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7BCC6FD-2BB7-5E40-45D5-95A48E8374E4}"/>
              </a:ext>
            </a:extLst>
          </p:cNvPr>
          <p:cNvSpPr txBox="1"/>
          <p:nvPr/>
        </p:nvSpPr>
        <p:spPr>
          <a:xfrm>
            <a:off x="5766616" y="351829"/>
            <a:ext cx="417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FF0000"/>
                </a:solidFill>
              </a:rPr>
              <a:t>D3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8323FE9-1477-975F-64C5-D7A51AD658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0089" y="659606"/>
            <a:ext cx="3638550" cy="2924175"/>
          </a:xfrm>
          <a:prstGeom prst="rect">
            <a:avLst/>
          </a:prstGeom>
        </p:spPr>
      </p:pic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9EBAE48D-C774-0E7A-5DAB-D272E2E9A922}"/>
              </a:ext>
            </a:extLst>
          </p:cNvPr>
          <p:cNvSpPr/>
          <p:nvPr/>
        </p:nvSpPr>
        <p:spPr>
          <a:xfrm>
            <a:off x="9090671" y="659606"/>
            <a:ext cx="439087" cy="1112044"/>
          </a:xfrm>
          <a:prstGeom prst="round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EAC9EE0-AC21-27D9-3250-9447267C0DAC}"/>
              </a:ext>
            </a:extLst>
          </p:cNvPr>
          <p:cNvSpPr txBox="1"/>
          <p:nvPr/>
        </p:nvSpPr>
        <p:spPr>
          <a:xfrm>
            <a:off x="9112656" y="351829"/>
            <a:ext cx="417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FF0000"/>
                </a:solidFill>
              </a:rPr>
              <a:t>D4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6CB28B32-A12E-B553-CCE5-B009D2B0FA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351" y="3891558"/>
            <a:ext cx="3638550" cy="2924175"/>
          </a:xfrm>
          <a:prstGeom prst="rect">
            <a:avLst/>
          </a:prstGeom>
        </p:spPr>
      </p:pic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2D980C45-6BB1-4E90-0EB9-39BAD0DE3B50}"/>
              </a:ext>
            </a:extLst>
          </p:cNvPr>
          <p:cNvSpPr/>
          <p:nvPr/>
        </p:nvSpPr>
        <p:spPr>
          <a:xfrm>
            <a:off x="3521869" y="3891558"/>
            <a:ext cx="592931" cy="1112044"/>
          </a:xfrm>
          <a:prstGeom prst="round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82245F7-1855-1388-649E-3EF6F608043E}"/>
              </a:ext>
            </a:extLst>
          </p:cNvPr>
          <p:cNvSpPr txBox="1"/>
          <p:nvPr/>
        </p:nvSpPr>
        <p:spPr>
          <a:xfrm>
            <a:off x="3428300" y="360997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solidFill>
                  <a:srgbClr val="FF0000"/>
                </a:solidFill>
              </a:rPr>
              <a:t>シリアル</a:t>
            </a:r>
          </a:p>
        </p:txBody>
      </p:sp>
    </p:spTree>
    <p:extLst>
      <p:ext uri="{BB962C8B-B14F-4D97-AF65-F5344CB8AC3E}">
        <p14:creationId xmlns:p14="http://schemas.microsoft.com/office/powerpoint/2010/main" val="2565846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A52A4-64C7-60EA-72A7-70AA421CA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B27A6BE-DA1C-598D-E61B-A63A5D87DC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07" y="188118"/>
            <a:ext cx="3638550" cy="2924175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39846F41-DA55-8E59-2F43-2B35EE4D93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8255" y="188118"/>
            <a:ext cx="3638550" cy="2924175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0B434D0-C45E-9604-4F37-BFDA451453C4}"/>
              </a:ext>
            </a:extLst>
          </p:cNvPr>
          <p:cNvSpPr txBox="1"/>
          <p:nvPr/>
        </p:nvSpPr>
        <p:spPr>
          <a:xfrm>
            <a:off x="6441509" y="744140"/>
            <a:ext cx="41710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FF0000"/>
                </a:solidFill>
              </a:rPr>
              <a:t>D6</a:t>
            </a:r>
          </a:p>
          <a:p>
            <a:endParaRPr kumimoji="1" lang="ja-JP" altLang="en-US" sz="1000" dirty="0">
              <a:solidFill>
                <a:srgbClr val="FF0000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C86BBAA0-A382-C5F1-1FE0-CFC2A5DF14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233" y="188118"/>
            <a:ext cx="3638550" cy="2924175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CBCAF72-662F-8D3D-CD71-08D87A104AFD}"/>
              </a:ext>
            </a:extLst>
          </p:cNvPr>
          <p:cNvSpPr txBox="1"/>
          <p:nvPr/>
        </p:nvSpPr>
        <p:spPr>
          <a:xfrm>
            <a:off x="11005750" y="744140"/>
            <a:ext cx="417102" cy="4770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FF0000"/>
                </a:solidFill>
              </a:rPr>
              <a:t>D5</a:t>
            </a:r>
          </a:p>
          <a:p>
            <a:endParaRPr kumimoji="1" lang="ja-JP" altLang="en-US" sz="1000" dirty="0">
              <a:solidFill>
                <a:srgbClr val="FF0000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F3F408B-A5A9-BC72-8F73-423FAF47F094}"/>
              </a:ext>
            </a:extLst>
          </p:cNvPr>
          <p:cNvSpPr txBox="1"/>
          <p:nvPr/>
        </p:nvSpPr>
        <p:spPr>
          <a:xfrm>
            <a:off x="1635982" y="759529"/>
            <a:ext cx="41710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FF0000"/>
                </a:solidFill>
              </a:rPr>
              <a:t>D7</a:t>
            </a:r>
          </a:p>
          <a:p>
            <a:endParaRPr kumimoji="1" lang="ja-JP" altLang="en-US" sz="1000" dirty="0">
              <a:solidFill>
                <a:srgbClr val="FF0000"/>
              </a:solidFill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9EB1731-B9FB-E102-159C-DF7B3100E303}"/>
              </a:ext>
            </a:extLst>
          </p:cNvPr>
          <p:cNvSpPr/>
          <p:nvPr/>
        </p:nvSpPr>
        <p:spPr>
          <a:xfrm>
            <a:off x="6411523" y="1094183"/>
            <a:ext cx="439087" cy="927496"/>
          </a:xfrm>
          <a:prstGeom prst="round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69D9C198-6B16-A3E6-775D-9B0DE7896C5C}"/>
              </a:ext>
            </a:extLst>
          </p:cNvPr>
          <p:cNvSpPr/>
          <p:nvPr/>
        </p:nvSpPr>
        <p:spPr>
          <a:xfrm>
            <a:off x="10983765" y="1092992"/>
            <a:ext cx="439087" cy="928687"/>
          </a:xfrm>
          <a:prstGeom prst="round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FC4F13A0-1994-9A05-408A-796D9DE6658E}"/>
              </a:ext>
            </a:extLst>
          </p:cNvPr>
          <p:cNvSpPr/>
          <p:nvPr/>
        </p:nvSpPr>
        <p:spPr>
          <a:xfrm>
            <a:off x="1635982" y="1094183"/>
            <a:ext cx="439087" cy="927496"/>
          </a:xfrm>
          <a:prstGeom prst="round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7E773B0C-F42B-FB59-348B-E4302EC813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94" y="3555206"/>
            <a:ext cx="3638550" cy="2924175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782F34F-061F-6EFD-E8E3-F26D4F9E5B75}"/>
              </a:ext>
            </a:extLst>
          </p:cNvPr>
          <p:cNvSpPr txBox="1"/>
          <p:nvPr/>
        </p:nvSpPr>
        <p:spPr>
          <a:xfrm>
            <a:off x="1044045" y="4126617"/>
            <a:ext cx="41710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FF0000"/>
                </a:solidFill>
              </a:rPr>
              <a:t>D8</a:t>
            </a:r>
          </a:p>
          <a:p>
            <a:endParaRPr kumimoji="1" lang="ja-JP" altLang="en-US" sz="1000" dirty="0">
              <a:solidFill>
                <a:srgbClr val="FF0000"/>
              </a:solidFill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410F0641-1924-3389-9F2A-18E700AA6507}"/>
              </a:ext>
            </a:extLst>
          </p:cNvPr>
          <p:cNvSpPr/>
          <p:nvPr/>
        </p:nvSpPr>
        <p:spPr>
          <a:xfrm>
            <a:off x="1044045" y="4461271"/>
            <a:ext cx="439087" cy="927496"/>
          </a:xfrm>
          <a:prstGeom prst="round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E3F9A6D3-E01D-ADD5-118E-94B2293A7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694" y="3555206"/>
            <a:ext cx="3638550" cy="2924175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C607A89-46E8-D02D-A5CA-20D8D3A9E73E}"/>
              </a:ext>
            </a:extLst>
          </p:cNvPr>
          <p:cNvSpPr txBox="1"/>
          <p:nvPr/>
        </p:nvSpPr>
        <p:spPr>
          <a:xfrm>
            <a:off x="6234341" y="4885132"/>
            <a:ext cx="2552472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solidFill>
                  <a:srgbClr val="FF0000"/>
                </a:solidFill>
              </a:rPr>
              <a:t>I2C</a:t>
            </a:r>
            <a:r>
              <a:rPr kumimoji="1" lang="ja-JP" altLang="en-US" sz="1400" dirty="0">
                <a:solidFill>
                  <a:srgbClr val="FF0000"/>
                </a:solidFill>
              </a:rPr>
              <a:t>は</a:t>
            </a:r>
            <a:r>
              <a:rPr kumimoji="1" lang="en-US" altLang="ja-JP" sz="1400" dirty="0">
                <a:solidFill>
                  <a:srgbClr val="FF0000"/>
                </a:solidFill>
              </a:rPr>
              <a:t>4</a:t>
            </a:r>
            <a:r>
              <a:rPr kumimoji="1" lang="ja-JP" altLang="en-US" sz="1400" dirty="0">
                <a:solidFill>
                  <a:srgbClr val="FF0000"/>
                </a:solidFill>
              </a:rPr>
              <a:t>つのどれでも</a:t>
            </a:r>
            <a:r>
              <a:rPr kumimoji="1" lang="en-US" altLang="ja-JP" sz="1400" dirty="0">
                <a:solidFill>
                  <a:srgbClr val="FF0000"/>
                </a:solidFill>
              </a:rPr>
              <a:t>OK</a:t>
            </a:r>
          </a:p>
          <a:p>
            <a:pPr algn="ctr"/>
            <a:endParaRPr kumimoji="1" lang="ja-JP" altLang="en-US" sz="800" dirty="0">
              <a:solidFill>
                <a:srgbClr val="FF0000"/>
              </a:solidFill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A702925B-DD1D-87F4-5FA5-E9ECC0CFBD93}"/>
              </a:ext>
            </a:extLst>
          </p:cNvPr>
          <p:cNvSpPr/>
          <p:nvPr/>
        </p:nvSpPr>
        <p:spPr>
          <a:xfrm>
            <a:off x="6339945" y="5186364"/>
            <a:ext cx="2446868" cy="927496"/>
          </a:xfrm>
          <a:prstGeom prst="round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609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7721C2E-1444-67B6-4175-D56F3798A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983" y="645648"/>
            <a:ext cx="5600988" cy="5105662"/>
          </a:xfrm>
          <a:prstGeom prst="rect">
            <a:avLst/>
          </a:prstGeom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D154809-BDEF-F270-6931-C1561EBE881B}"/>
              </a:ext>
            </a:extLst>
          </p:cNvPr>
          <p:cNvSpPr/>
          <p:nvPr/>
        </p:nvSpPr>
        <p:spPr>
          <a:xfrm>
            <a:off x="851983" y="645648"/>
            <a:ext cx="1484023" cy="968840"/>
          </a:xfrm>
          <a:prstGeom prst="round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EC8E1C4-D3EF-1708-428B-46586F27A43B}"/>
              </a:ext>
            </a:extLst>
          </p:cNvPr>
          <p:cNvSpPr txBox="1"/>
          <p:nvPr/>
        </p:nvSpPr>
        <p:spPr>
          <a:xfrm>
            <a:off x="1454561" y="337871"/>
            <a:ext cx="417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FF0000"/>
                </a:solidFill>
              </a:rPr>
              <a:t>D2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9876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732E2-0E6E-BF2E-E3DD-11DDF0DA0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2133BB1-A7CC-7565-3401-5D4D93FD5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983" y="645648"/>
            <a:ext cx="5600988" cy="5105662"/>
          </a:xfrm>
          <a:prstGeom prst="rect">
            <a:avLst/>
          </a:prstGeom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BB6B2809-9255-AF28-65DB-B46D818C6EFD}"/>
              </a:ext>
            </a:extLst>
          </p:cNvPr>
          <p:cNvSpPr/>
          <p:nvPr/>
        </p:nvSpPr>
        <p:spPr>
          <a:xfrm>
            <a:off x="2252158" y="645648"/>
            <a:ext cx="1484023" cy="968840"/>
          </a:xfrm>
          <a:prstGeom prst="round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DC0AD28-4279-4E0B-504E-69ABD66F45B3}"/>
              </a:ext>
            </a:extLst>
          </p:cNvPr>
          <p:cNvSpPr txBox="1"/>
          <p:nvPr/>
        </p:nvSpPr>
        <p:spPr>
          <a:xfrm>
            <a:off x="2854736" y="337871"/>
            <a:ext cx="417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FF0000"/>
                </a:solidFill>
              </a:rPr>
              <a:t>D4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815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F77AE-84A8-92CD-2FFE-AC8E8B414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77E0BA5-B0FA-C0DE-5F45-F859406D50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983" y="645648"/>
            <a:ext cx="5600988" cy="5105662"/>
          </a:xfrm>
          <a:prstGeom prst="rect">
            <a:avLst/>
          </a:prstGeom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32C539AC-A1E8-22E4-A7FA-5BCDFE6F852F}"/>
              </a:ext>
            </a:extLst>
          </p:cNvPr>
          <p:cNvSpPr/>
          <p:nvPr/>
        </p:nvSpPr>
        <p:spPr>
          <a:xfrm>
            <a:off x="3630913" y="645648"/>
            <a:ext cx="1484023" cy="968840"/>
          </a:xfrm>
          <a:prstGeom prst="round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97A632E-016B-A0E9-820B-41E21AD6022B}"/>
              </a:ext>
            </a:extLst>
          </p:cNvPr>
          <p:cNvSpPr txBox="1"/>
          <p:nvPr/>
        </p:nvSpPr>
        <p:spPr>
          <a:xfrm>
            <a:off x="4233491" y="337871"/>
            <a:ext cx="417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FF0000"/>
                </a:solidFill>
              </a:rPr>
              <a:t>D6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102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ED4FB-7102-E545-3D60-D11F7DD56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3D71369-0B89-3926-C876-E3C8D20E50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983" y="645648"/>
            <a:ext cx="5600988" cy="5105662"/>
          </a:xfrm>
          <a:prstGeom prst="rect">
            <a:avLst/>
          </a:prstGeom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61E77B4D-6B6A-6E2C-07E2-D7F6668DD349}"/>
              </a:ext>
            </a:extLst>
          </p:cNvPr>
          <p:cNvSpPr/>
          <p:nvPr/>
        </p:nvSpPr>
        <p:spPr>
          <a:xfrm>
            <a:off x="5038232" y="4885757"/>
            <a:ext cx="1484023" cy="968840"/>
          </a:xfrm>
          <a:prstGeom prst="round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9A3C8F0-AE1C-5C7C-8663-A34C680CD514}"/>
              </a:ext>
            </a:extLst>
          </p:cNvPr>
          <p:cNvSpPr txBox="1"/>
          <p:nvPr/>
        </p:nvSpPr>
        <p:spPr>
          <a:xfrm>
            <a:off x="5476504" y="5904575"/>
            <a:ext cx="458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FF0000"/>
                </a:solidFill>
              </a:rPr>
              <a:t>I2C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908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63E14-DC66-2CA2-E29E-BA79556FD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D440911-63B2-B809-E6D9-C3209987F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983" y="645648"/>
            <a:ext cx="5600988" cy="5105662"/>
          </a:xfrm>
          <a:prstGeom prst="rect">
            <a:avLst/>
          </a:prstGeom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5D72FFF2-D043-7268-D11A-9788758CC74A}"/>
              </a:ext>
            </a:extLst>
          </p:cNvPr>
          <p:cNvSpPr/>
          <p:nvPr/>
        </p:nvSpPr>
        <p:spPr>
          <a:xfrm>
            <a:off x="5031088" y="645648"/>
            <a:ext cx="1484023" cy="968840"/>
          </a:xfrm>
          <a:prstGeom prst="round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A10A749-A560-79FC-3EE9-0C9304D8E1B0}"/>
              </a:ext>
            </a:extLst>
          </p:cNvPr>
          <p:cNvSpPr txBox="1"/>
          <p:nvPr/>
        </p:nvSpPr>
        <p:spPr>
          <a:xfrm>
            <a:off x="5321693" y="337871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solidFill>
                  <a:srgbClr val="FF0000"/>
                </a:solidFill>
              </a:rPr>
              <a:t>シリアル</a:t>
            </a:r>
          </a:p>
        </p:txBody>
      </p:sp>
    </p:spTree>
    <p:extLst>
      <p:ext uri="{BB962C8B-B14F-4D97-AF65-F5344CB8AC3E}">
        <p14:creationId xmlns:p14="http://schemas.microsoft.com/office/powerpoint/2010/main" val="1585399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20</Words>
  <Application>Microsoft Office PowerPoint</Application>
  <PresentationFormat>ワイド画面</PresentationFormat>
  <Paragraphs>14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り ぶ</dc:creator>
  <cp:lastModifiedBy>り ぶ</cp:lastModifiedBy>
  <cp:revision>1</cp:revision>
  <dcterms:created xsi:type="dcterms:W3CDTF">2026-06-20T03:32:51Z</dcterms:created>
  <dcterms:modified xsi:type="dcterms:W3CDTF">2026-06-20T04:34:31Z</dcterms:modified>
</cp:coreProperties>
</file>